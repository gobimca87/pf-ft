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media/image3.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4"/>
  </p:sldMasterIdLst>
  <p:notesMasterIdLst>
    <p:notesMasterId r:id="rId25"/>
  </p:notesMasterIdLst>
  <p:sldIdLst>
    <p:sldId id="256" r:id="rId11"/>
    <p:sldId id="257" r:id="rId12"/>
    <p:sldId id="258" r:id="rId13"/>
    <p:sldId id="259" r:id="rId14"/>
    <p:sldId id="260" r:id="rId15"/>
    <p:sldId id="261" r:id="rId16"/>
    <p:sldId id="262" r:id="rId17"/>
    <p:sldId id="263" r:id="rId18"/>
    <p:sldId id="264" r:id="rId19"/>
    <p:sldId id="265" r:id="rId20"/>
    <p:sldId id="266" r:id="rId21"/>
    <p:sldId id="267" r:id="rId2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hite Background" id="{47C7D9A1-B483-564F-90DC-40E90FE94FBA}">
          <p14:sldIdLst>
            <p14:sldId id="2076137493"/>
            <p14:sldId id="2076137508"/>
            <p14:sldId id="2076137510"/>
            <p14:sldId id="2076137509"/>
            <p14:sldId id="2076137498"/>
            <p14:sldId id="2076137499"/>
            <p14:sldId id="2076137504"/>
            <p14:sldId id="2076137506"/>
            <p14:sldId id="2076137492"/>
            <p14:sldId id="283"/>
            <p14:sldId id="2076137502"/>
          </p14:sldIdLst>
        </p14:section>
        <p14:section name="Black Background" id="{AE4A25D3-49D7-5B43-9FF8-BA2C3021CF5C}">
          <p14:sldIdLst>
            <p14:sldId id="2076137497"/>
            <p14:sldId id="2076137494"/>
            <p14:sldId id="2076137500"/>
            <p14:sldId id="2076137501"/>
            <p14:sldId id="2076137505"/>
            <p14:sldId id="2076137507"/>
            <p14:sldId id="2076137489"/>
            <p14:sldId id="274"/>
            <p14:sldId id="2076137503"/>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48E84A"/>
    <a:srgbClr val="FED038"/>
    <a:srgbClr val="FE2579"/>
    <a:srgbClr val="5300DB"/>
    <a:srgbClr val="7F19BE"/>
    <a:srgbClr val="2ACCFF"/>
    <a:srgbClr val="0283FF"/>
    <a:srgbClr val="0027CD"/>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884E6FB-0852-E5AF-097D-33BDB00319C8}" v="12" dt="2026-08-21T18:56:47.266"/>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11" Type="http://schemas.openxmlformats.org/officeDocument/2006/relationships/slide" Target="slides/slide1.xml"/><Relationship Id="rId12" Type="http://schemas.openxmlformats.org/officeDocument/2006/relationships/slide" Target="slides/slide2.xml"/><Relationship Id="rId13" Type="http://schemas.openxmlformats.org/officeDocument/2006/relationships/slide" Target="slides/slide3.xml"/><Relationship Id="rId14" Type="http://schemas.openxmlformats.org/officeDocument/2006/relationships/slide" Target="slides/slide4.xml"/><Relationship Id="rId15" Type="http://schemas.openxmlformats.org/officeDocument/2006/relationships/slide" Target="slides/slide5.xml"/><Relationship Id="rId16" Type="http://schemas.openxmlformats.org/officeDocument/2006/relationships/slide" Target="slides/slide6.xml"/><Relationship Id="rId17" Type="http://schemas.openxmlformats.org/officeDocument/2006/relationships/slide" Target="slides/slide7.xml"/><Relationship Id="rId18" Type="http://schemas.openxmlformats.org/officeDocument/2006/relationships/slide" Target="slides/slide8.xml"/><Relationship Id="rId19" Type="http://schemas.openxmlformats.org/officeDocument/2006/relationships/slide" Target="slides/slide9.xml"/><Relationship Id="rId20" Type="http://schemas.openxmlformats.org/officeDocument/2006/relationships/slide" Target="slides/slide10.xml"/><Relationship Id="rId21" Type="http://schemas.openxmlformats.org/officeDocument/2006/relationships/slide" Target="slides/slide11.xml"/><Relationship Id="rId22" Type="http://schemas.openxmlformats.org/officeDocument/2006/relationships/slide" Target="slides/slide12.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 Id="rId30" Type="http://schemas.microsoft.com/office/2015/10/relationships/revisionInfo" Target="revisionInfo.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DA76EA5-AA01-CF46-9942-B3D248EF91A4}" type="datetimeFigureOut">
              <a:rPr lang="en-US" smtClean="0"/>
              <a:t>9/8/2026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FA67986-05CD-0948-B842-65071D871968}" type="slidenum">
              <a:rPr lang="en-US" smtClean="0"/>
              <a:t>‹#›</a:t>
            </a:fld>
            <a:endParaRPr lang="en-US"/>
          </a:p>
        </p:txBody>
      </p:sp>
    </p:spTree>
    <p:extLst>
      <p:ext uri="{BB962C8B-B14F-4D97-AF65-F5344CB8AC3E}">
        <p14:creationId xmlns:p14="http://schemas.microsoft.com/office/powerpoint/2010/main" val="92529429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This is the technical walkthrough of the PFF-FA Enterprise Agentic AI platform — Adam AI — for ARB. This overview deck frames the whole system; nine further decks go deep by domain (business, application, AI, information, technology, security, operations, cost, and the open decisions we need you to sign off).</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deck is short on the slide and deep in the speaker notes so the discussion stays live. All 145 ADRs and 29 specification documents are covered across the suite.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message: this is an orchestration layer, not a rewrite. PFF remains the system of record. Adam adds interpretation, context-gathering, reasoning, controlled tool-calling and communication. WGS is the national football database we integrate with.</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rule is repeated in every spec doc and is the single most important architectural constraint. Everything downstream — guardrails, ERC, truth precedence, masking — enforces it.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When two sources disagree, the higher one wins — no exceptions. The SLM generates language but is the lowest-trust source; it never overrides enterprise truth, ERC, cache or RAG.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request path: Chat UI → APIM (the authZ boundary) → thin FastAPI → Supervisor (intent) → LangGraph. Inside one runtime, agents are logical capabilities orchestrated by the Agent Harness, using ERC, Tools/MCP, RAG, Memory/Cache and the SLM. Enterprise APIs/events are the system of record. Guardrails run at every boundary; output is validated before it reaches the user.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four are never conflated in code. Conflation is a classic source of security and correctness bugs in agentic systems, so we separate them as first-class concepts.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resist scope creep at the architecture level: prove the platform end-to-end on affiliation, then extend. Immutable versioned bundles mean no in-place production mutation.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Python/FastAPI + LangGraph on Azure/AKS. SLM starts on Hugging Face Inference API and targets self-hosted vLLM on GPU. Azure AI Search for vectors, Managed Redis for state/cache, Service Bus for async eventing, APIM as the authZ boundary, Key Vault (SPN-only) for secrets, Langfuse for AI observability. Full detail and the cost of each is in decks 05 and 08.</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145 ADRs across nine decision domains. Most are Accepted; five remain Proposed with a stated recommendation we are building against — those are what we need the ARB to ratify (deck 09).</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Cost is presented per technology in deck 08 with drivers, formula and Low/Expected/High monthly scenarios. Every figure is an indicative public list price, dated and region-stamped, to be confirmed by FinOps — pricing is never hard-coded in the application.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asks: (1) note and challenge the architecture across the domain decks; (2) ratify the five Proposed decisions in deck 09; (3) endorse the cost model and budget-control approach in deck 08.</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eg"/><Relationship Id="rId3" Type="http://schemas.openxmlformats.org/officeDocument/2006/relationships/image" Target="../media/image3.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eg"/><Relationship Id="rId3" Type="http://schemas.openxmlformats.org/officeDocument/2006/relationships/image" Target="../media/image3.sv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emf"/><Relationship Id="rId3" Type="http://schemas.openxmlformats.org/officeDocument/2006/relationships/image" Target="../media/image3.svg"/><Relationship Id="rId4" Type="http://schemas.openxmlformats.org/officeDocument/2006/relationships/hyperlink" Target="https://www.orioninnovation.com/" TargetMode="External"/><Relationship Id="rId5" Type="http://schemas.openxmlformats.org/officeDocument/2006/relationships/hyperlink" Target="http://linkedin.com/company/orioninnovation" TargetMode="External"/><Relationship Id="rId6" Type="http://schemas.openxmlformats.org/officeDocument/2006/relationships/hyperlink" Target="http://www.instagram.com/orion.innovation" TargetMode="External"/><Relationship Id="rId7" Type="http://schemas.openxmlformats.org/officeDocument/2006/relationships/hyperlink" Target="https://x.com/CurrentlyOrion" TargetMode="External"/><Relationship Id="rId8" Type="http://schemas.openxmlformats.org/officeDocument/2006/relationships/image" Target="../media/image4.png"/><Relationship Id="rId9" Type="http://schemas.openxmlformats.org/officeDocument/2006/relationships/image" Target="../media/image5.jpeg"/><Relationship Id="rId10" Type="http://schemas.openxmlformats.org/officeDocument/2006/relationships/image" Target="../media/image6.png"/><Relationship Id="rId11" Type="http://schemas.openxmlformats.org/officeDocument/2006/relationships/image" Target="../media/image7.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emf"/><Relationship Id="rId3" Type="http://schemas.openxmlformats.org/officeDocument/2006/relationships/image" Target="../media/image3.svg"/><Relationship Id="rId4" Type="http://schemas.openxmlformats.org/officeDocument/2006/relationships/hyperlink" Target="http://www.orioninnovation.com/" TargetMode="External"/><Relationship Id="rId5" Type="http://schemas.openxmlformats.org/officeDocument/2006/relationships/hyperlink" Target="http://linkedin.com/company/orioninnovation" TargetMode="External"/><Relationship Id="rId6" Type="http://schemas.openxmlformats.org/officeDocument/2006/relationships/hyperlink" Target="http://www.instagram.com/orion.innovation" TargetMode="External"/><Relationship Id="rId7" Type="http://schemas.openxmlformats.org/officeDocument/2006/relationships/hyperlink" Target="https://x.com/CurrentlyOrion" TargetMode="External"/><Relationship Id="rId8" Type="http://schemas.openxmlformats.org/officeDocument/2006/relationships/image" Target="../media/image8.png"/><Relationship Id="rId9" Type="http://schemas.microsoft.com/office/2007/relationships/hdphoto" Target="../media/hdphoto1.wdp"/><Relationship Id="rId10" Type="http://schemas.openxmlformats.org/officeDocument/2006/relationships/image" Target="../media/image9.png"/><Relationship Id="rId11" Type="http://schemas.microsoft.com/office/2007/relationships/hdphoto" Target="../media/hdphoto2.wdp"/><Relationship Id="rId12" Type="http://schemas.openxmlformats.org/officeDocument/2006/relationships/image" Target="../media/image10.png"/><Relationship Id="rId13" Type="http://schemas.openxmlformats.org/officeDocument/2006/relationships/image" Target="../media/image11.jpe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Title - Tidal - White">
    <p:bg>
      <p:bgPr>
        <a:solidFill>
          <a:schemeClr val="bg1"/>
        </a:solidFill>
        <a:effectLst/>
      </p:bgPr>
    </p:bg>
    <p:spTree>
      <p:nvGrpSpPr>
        <p:cNvPr id="1" name="Shape 9"/>
        <p:cNvGrpSpPr/>
        <p:nvPr/>
      </p:nvGrpSpPr>
      <p:grpSpPr>
        <a:xfrm>
          <a:off x="0" y="0"/>
          <a:ext cx="0" cy="0"/>
          <a:chOff x="0" y="0"/>
          <a:chExt cx="0" cy="0"/>
        </a:xfrm>
      </p:grpSpPr>
      <p:pic>
        <p:nvPicPr>
          <p:cNvPr id="5" name="Picture 4" descr="A rainbow colored spiral&#10;&#10;AI-generated content may be incorrect.">
            <a:extLst>
              <a:ext uri="{FF2B5EF4-FFF2-40B4-BE49-F238E27FC236}">
                <a16:creationId xmlns:a16="http://schemas.microsoft.com/office/drawing/2014/main" id="{C31497DC-9E48-8E84-1AD5-F534ADDF7D63}"/>
              </a:ext>
            </a:extLst>
          </p:cNvPr>
          <p:cNvPicPr>
            <a:picLocks noChangeAspect="1"/>
          </p:cNvPicPr>
          <p:nvPr/>
        </p:nvPicPr>
        <p:blipFill>
          <a:blip r:embed="rId2" cstate="print">
            <a:extLst>
              <a:ext uri="{28A0092B-C50C-407E-A947-70E740481C1C}">
                <a14:useLocalDpi xmlns:a14="http://schemas.microsoft.com/office/drawing/2010/main"/>
              </a:ext>
            </a:extLst>
          </a:blip>
          <a:srcRect/>
          <a:stretch>
            <a:fillRect/>
          </a:stretch>
        </p:blipFill>
        <p:spPr>
          <a:xfrm>
            <a:off x="0" y="0"/>
            <a:ext cx="12192000" cy="6858000"/>
          </a:xfrm>
          <a:prstGeom prst="rect">
            <a:avLst/>
          </a:prstGeom>
        </p:spPr>
      </p:pic>
      <p:sp>
        <p:nvSpPr>
          <p:cNvPr id="31" name="Shape 10"/>
          <p:cNvSpPr txBox="1">
            <a:spLocks noGrp="1"/>
          </p:cNvSpPr>
          <p:nvPr>
            <p:ph type="ctrTitle" hasCustomPrompt="1"/>
          </p:nvPr>
        </p:nvSpPr>
        <p:spPr>
          <a:xfrm>
            <a:off x="640080" y="2926080"/>
            <a:ext cx="6400800" cy="2739614"/>
          </a:xfrm>
          <a:prstGeom prst="rect">
            <a:avLst/>
          </a:prstGeom>
        </p:spPr>
        <p:txBody>
          <a:bodyPr lIns="0" tIns="0" rIns="0" bIns="0" anchor="b" anchorCtr="0">
            <a:noAutofit/>
          </a:bodyPr>
          <a:lstStyle>
            <a:lvl1pPr marR="0" lvl="0" algn="l" rtl="0">
              <a:lnSpc>
                <a:spcPct val="80000"/>
              </a:lnSpc>
              <a:spcBef>
                <a:spcPts val="0"/>
              </a:spcBef>
              <a:spcAft>
                <a:spcPts val="0"/>
              </a:spcAft>
              <a:buClr>
                <a:srgbClr val="FFFFFF"/>
              </a:buClr>
              <a:buSzPct val="100000"/>
              <a:buNone/>
              <a:defRPr lang="en-IN" sz="5400" b="1" i="0" u="none" strike="noStrike" cap="none" spc="-100" baseline="0" dirty="0">
                <a:solidFill>
                  <a:schemeClr val="tx1"/>
                </a:solidFill>
                <a:latin typeface="Arial" panose="020B0604020202020204" pitchFamily="34" charset="0"/>
                <a:ea typeface="Tahoma" panose="020B0604030504040204" pitchFamily="34" charset="0"/>
                <a:cs typeface="Arial" panose="020B0604020202020204" pitchFamily="34" charset="0"/>
                <a:sym typeface="Arial"/>
              </a:defRPr>
            </a:lvl1pPr>
            <a:lvl2pPr lvl="1" algn="ctr">
              <a:spcBef>
                <a:spcPts val="0"/>
              </a:spcBef>
              <a:buClr>
                <a:srgbClr val="FFFFFF"/>
              </a:buClr>
              <a:buSzPct val="100000"/>
              <a:defRPr sz="6400">
                <a:solidFill>
                  <a:srgbClr val="FFFFFF"/>
                </a:solidFill>
              </a:defRPr>
            </a:lvl2pPr>
            <a:lvl3pPr lvl="2" algn="ctr">
              <a:spcBef>
                <a:spcPts val="0"/>
              </a:spcBef>
              <a:buClr>
                <a:srgbClr val="FFFFFF"/>
              </a:buClr>
              <a:buSzPct val="100000"/>
              <a:defRPr sz="6400">
                <a:solidFill>
                  <a:srgbClr val="FFFFFF"/>
                </a:solidFill>
              </a:defRPr>
            </a:lvl3pPr>
            <a:lvl4pPr lvl="3" algn="ctr">
              <a:spcBef>
                <a:spcPts val="0"/>
              </a:spcBef>
              <a:buClr>
                <a:srgbClr val="FFFFFF"/>
              </a:buClr>
              <a:buSzPct val="100000"/>
              <a:defRPr sz="6400">
                <a:solidFill>
                  <a:srgbClr val="FFFFFF"/>
                </a:solidFill>
              </a:defRPr>
            </a:lvl4pPr>
            <a:lvl5pPr lvl="4" algn="ctr">
              <a:spcBef>
                <a:spcPts val="0"/>
              </a:spcBef>
              <a:buClr>
                <a:srgbClr val="FFFFFF"/>
              </a:buClr>
              <a:buSzPct val="100000"/>
              <a:defRPr sz="6400">
                <a:solidFill>
                  <a:srgbClr val="FFFFFF"/>
                </a:solidFill>
              </a:defRPr>
            </a:lvl5pPr>
            <a:lvl6pPr lvl="5" algn="ctr">
              <a:spcBef>
                <a:spcPts val="0"/>
              </a:spcBef>
              <a:buClr>
                <a:srgbClr val="FFFFFF"/>
              </a:buClr>
              <a:buSzPct val="100000"/>
              <a:defRPr sz="6400">
                <a:solidFill>
                  <a:srgbClr val="FFFFFF"/>
                </a:solidFill>
              </a:defRPr>
            </a:lvl6pPr>
            <a:lvl7pPr lvl="6" algn="ctr">
              <a:spcBef>
                <a:spcPts val="0"/>
              </a:spcBef>
              <a:buClr>
                <a:srgbClr val="FFFFFF"/>
              </a:buClr>
              <a:buSzPct val="100000"/>
              <a:defRPr sz="6400">
                <a:solidFill>
                  <a:srgbClr val="FFFFFF"/>
                </a:solidFill>
              </a:defRPr>
            </a:lvl7pPr>
            <a:lvl8pPr lvl="7" algn="ctr">
              <a:spcBef>
                <a:spcPts val="0"/>
              </a:spcBef>
              <a:buClr>
                <a:srgbClr val="FFFFFF"/>
              </a:buClr>
              <a:buSzPct val="100000"/>
              <a:defRPr sz="6400">
                <a:solidFill>
                  <a:srgbClr val="FFFFFF"/>
                </a:solidFill>
              </a:defRPr>
            </a:lvl8pPr>
            <a:lvl9pPr lvl="8" algn="ctr">
              <a:spcBef>
                <a:spcPts val="0"/>
              </a:spcBef>
              <a:buClr>
                <a:srgbClr val="FFFFFF"/>
              </a:buClr>
              <a:buSzPct val="100000"/>
              <a:defRPr sz="6400">
                <a:solidFill>
                  <a:srgbClr val="FFFFFF"/>
                </a:solidFill>
              </a:defRPr>
            </a:lvl9pPr>
          </a:lstStyle>
          <a:p>
            <a:r>
              <a:rPr lang="en-US"/>
              <a:t>Add a Title</a:t>
            </a:r>
            <a:endParaRPr lang="en-IN"/>
          </a:p>
        </p:txBody>
      </p:sp>
      <p:sp>
        <p:nvSpPr>
          <p:cNvPr id="13" name="Text Placeholder 16">
            <a:extLst>
              <a:ext uri="{FF2B5EF4-FFF2-40B4-BE49-F238E27FC236}">
                <a16:creationId xmlns:a16="http://schemas.microsoft.com/office/drawing/2014/main" id="{4D0F44B2-EB53-2D96-6B6F-D4A30D67762B}"/>
              </a:ext>
            </a:extLst>
          </p:cNvPr>
          <p:cNvSpPr>
            <a:spLocks noGrp="1"/>
          </p:cNvSpPr>
          <p:nvPr>
            <p:ph type="body" sz="quarter" idx="11" hasCustomPrompt="1"/>
          </p:nvPr>
        </p:nvSpPr>
        <p:spPr>
          <a:xfrm>
            <a:off x="640079" y="6035040"/>
            <a:ext cx="6400800" cy="182880"/>
          </a:xfrm>
          <a:prstGeom prst="rect">
            <a:avLst/>
          </a:prstGeom>
        </p:spPr>
        <p:txBody>
          <a:bodyPr lIns="0">
            <a:noAutofit/>
          </a:bodyPr>
          <a:lstStyle>
            <a:lvl1pPr marL="0" indent="0">
              <a:buNone/>
              <a:defRPr sz="1000" spc="200" baseline="0">
                <a:solidFill>
                  <a:schemeClr val="tx1"/>
                </a:solidFill>
              </a:defRPr>
            </a:lvl1pPr>
          </a:lstStyle>
          <a:p>
            <a:pPr lvl="0"/>
            <a:r>
              <a:rPr lang="en-US"/>
              <a:t>OPTIONAL TEXT</a:t>
            </a:r>
          </a:p>
        </p:txBody>
      </p:sp>
      <p:pic>
        <p:nvPicPr>
          <p:cNvPr id="18" name="Graphic 17">
            <a:extLst>
              <a:ext uri="{FF2B5EF4-FFF2-40B4-BE49-F238E27FC236}">
                <a16:creationId xmlns:a16="http://schemas.microsoft.com/office/drawing/2014/main" id="{5E78190D-6770-3FCB-BE18-AF4B96912A20}"/>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640080" y="640080"/>
            <a:ext cx="1805981" cy="394749"/>
          </a:xfrm>
          <a:prstGeom prst="rect">
            <a:avLst/>
          </a:prstGeom>
        </p:spPr>
      </p:pic>
    </p:spTree>
    <p:extLst>
      <p:ext uri="{BB962C8B-B14F-4D97-AF65-F5344CB8AC3E}">
        <p14:creationId xmlns:p14="http://schemas.microsoft.com/office/powerpoint/2010/main" val="3194182996"/>
      </p:ext>
    </p:extLst>
  </p:cSld>
  <p:clrMapOvr>
    <a:overrideClrMapping bg1="dk1" tx1="lt1" bg2="dk2" tx2="lt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 Tidal - Black">
    <p:bg>
      <p:bgPr>
        <a:solidFill>
          <a:schemeClr val="bg1"/>
        </a:solidFill>
        <a:effectLst/>
      </p:bgPr>
    </p:bg>
    <p:spTree>
      <p:nvGrpSpPr>
        <p:cNvPr id="1" name="Shape 9"/>
        <p:cNvGrpSpPr/>
        <p:nvPr/>
      </p:nvGrpSpPr>
      <p:grpSpPr>
        <a:xfrm>
          <a:off x="0" y="0"/>
          <a:ext cx="0" cy="0"/>
          <a:chOff x="0" y="0"/>
          <a:chExt cx="0" cy="0"/>
        </a:xfrm>
      </p:grpSpPr>
      <p:pic>
        <p:nvPicPr>
          <p:cNvPr id="5" name="Picture 4" descr="A rainbow colored spiral&#10;&#10;AI-generated content may be incorrect.">
            <a:extLst>
              <a:ext uri="{FF2B5EF4-FFF2-40B4-BE49-F238E27FC236}">
                <a16:creationId xmlns:a16="http://schemas.microsoft.com/office/drawing/2014/main" id="{C31497DC-9E48-8E84-1AD5-F534ADDF7D63}"/>
              </a:ext>
            </a:extLst>
          </p:cNvPr>
          <p:cNvPicPr>
            <a:picLocks noChangeAspect="1"/>
          </p:cNvPicPr>
          <p:nvPr/>
        </p:nvPicPr>
        <p:blipFill>
          <a:blip r:embed="rId2" cstate="print">
            <a:extLst>
              <a:ext uri="{28A0092B-C50C-407E-A947-70E740481C1C}">
                <a14:useLocalDpi xmlns:a14="http://schemas.microsoft.com/office/drawing/2010/main"/>
              </a:ext>
            </a:extLst>
          </a:blip>
          <a:srcRect/>
          <a:stretch>
            <a:fillRect/>
          </a:stretch>
        </p:blipFill>
        <p:spPr>
          <a:xfrm>
            <a:off x="0" y="0"/>
            <a:ext cx="12192000" cy="6858000"/>
          </a:xfrm>
          <a:prstGeom prst="rect">
            <a:avLst/>
          </a:prstGeom>
        </p:spPr>
      </p:pic>
      <p:sp>
        <p:nvSpPr>
          <p:cNvPr id="31" name="Shape 10"/>
          <p:cNvSpPr txBox="1">
            <a:spLocks noGrp="1"/>
          </p:cNvSpPr>
          <p:nvPr>
            <p:ph type="ctrTitle" hasCustomPrompt="1"/>
          </p:nvPr>
        </p:nvSpPr>
        <p:spPr>
          <a:xfrm>
            <a:off x="640080" y="2926080"/>
            <a:ext cx="6400800" cy="2739614"/>
          </a:xfrm>
          <a:prstGeom prst="rect">
            <a:avLst/>
          </a:prstGeom>
        </p:spPr>
        <p:txBody>
          <a:bodyPr lIns="0" tIns="0" rIns="0" bIns="0" anchor="b" anchorCtr="0">
            <a:noAutofit/>
          </a:bodyPr>
          <a:lstStyle>
            <a:lvl1pPr marR="0" lvl="0" algn="l" rtl="0">
              <a:lnSpc>
                <a:spcPct val="80000"/>
              </a:lnSpc>
              <a:spcBef>
                <a:spcPts val="0"/>
              </a:spcBef>
              <a:spcAft>
                <a:spcPts val="0"/>
              </a:spcAft>
              <a:buClr>
                <a:srgbClr val="FFFFFF"/>
              </a:buClr>
              <a:buSzPct val="100000"/>
              <a:buNone/>
              <a:defRPr lang="en-IN" sz="5400" b="1" i="0" u="none" strike="noStrike" cap="none" spc="-150" baseline="0" dirty="0">
                <a:solidFill>
                  <a:schemeClr val="tx1"/>
                </a:solidFill>
                <a:latin typeface="Arial" panose="020B0604020202020204" pitchFamily="34" charset="0"/>
                <a:ea typeface="Tahoma" panose="020B0604030504040204" pitchFamily="34" charset="0"/>
                <a:cs typeface="Arial" panose="020B0604020202020204" pitchFamily="34" charset="0"/>
                <a:sym typeface="Arial"/>
              </a:defRPr>
            </a:lvl1pPr>
            <a:lvl2pPr lvl="1" algn="ctr">
              <a:spcBef>
                <a:spcPts val="0"/>
              </a:spcBef>
              <a:buClr>
                <a:srgbClr val="FFFFFF"/>
              </a:buClr>
              <a:buSzPct val="100000"/>
              <a:defRPr sz="6400">
                <a:solidFill>
                  <a:srgbClr val="FFFFFF"/>
                </a:solidFill>
              </a:defRPr>
            </a:lvl2pPr>
            <a:lvl3pPr lvl="2" algn="ctr">
              <a:spcBef>
                <a:spcPts val="0"/>
              </a:spcBef>
              <a:buClr>
                <a:srgbClr val="FFFFFF"/>
              </a:buClr>
              <a:buSzPct val="100000"/>
              <a:defRPr sz="6400">
                <a:solidFill>
                  <a:srgbClr val="FFFFFF"/>
                </a:solidFill>
              </a:defRPr>
            </a:lvl3pPr>
            <a:lvl4pPr lvl="3" algn="ctr">
              <a:spcBef>
                <a:spcPts val="0"/>
              </a:spcBef>
              <a:buClr>
                <a:srgbClr val="FFFFFF"/>
              </a:buClr>
              <a:buSzPct val="100000"/>
              <a:defRPr sz="6400">
                <a:solidFill>
                  <a:srgbClr val="FFFFFF"/>
                </a:solidFill>
              </a:defRPr>
            </a:lvl4pPr>
            <a:lvl5pPr lvl="4" algn="ctr">
              <a:spcBef>
                <a:spcPts val="0"/>
              </a:spcBef>
              <a:buClr>
                <a:srgbClr val="FFFFFF"/>
              </a:buClr>
              <a:buSzPct val="100000"/>
              <a:defRPr sz="6400">
                <a:solidFill>
                  <a:srgbClr val="FFFFFF"/>
                </a:solidFill>
              </a:defRPr>
            </a:lvl5pPr>
            <a:lvl6pPr lvl="5" algn="ctr">
              <a:spcBef>
                <a:spcPts val="0"/>
              </a:spcBef>
              <a:buClr>
                <a:srgbClr val="FFFFFF"/>
              </a:buClr>
              <a:buSzPct val="100000"/>
              <a:defRPr sz="6400">
                <a:solidFill>
                  <a:srgbClr val="FFFFFF"/>
                </a:solidFill>
              </a:defRPr>
            </a:lvl6pPr>
            <a:lvl7pPr lvl="6" algn="ctr">
              <a:spcBef>
                <a:spcPts val="0"/>
              </a:spcBef>
              <a:buClr>
                <a:srgbClr val="FFFFFF"/>
              </a:buClr>
              <a:buSzPct val="100000"/>
              <a:defRPr sz="6400">
                <a:solidFill>
                  <a:srgbClr val="FFFFFF"/>
                </a:solidFill>
              </a:defRPr>
            </a:lvl7pPr>
            <a:lvl8pPr lvl="7" algn="ctr">
              <a:spcBef>
                <a:spcPts val="0"/>
              </a:spcBef>
              <a:buClr>
                <a:srgbClr val="FFFFFF"/>
              </a:buClr>
              <a:buSzPct val="100000"/>
              <a:defRPr sz="6400">
                <a:solidFill>
                  <a:srgbClr val="FFFFFF"/>
                </a:solidFill>
              </a:defRPr>
            </a:lvl8pPr>
            <a:lvl9pPr lvl="8" algn="ctr">
              <a:spcBef>
                <a:spcPts val="0"/>
              </a:spcBef>
              <a:buClr>
                <a:srgbClr val="FFFFFF"/>
              </a:buClr>
              <a:buSzPct val="100000"/>
              <a:defRPr sz="6400">
                <a:solidFill>
                  <a:srgbClr val="FFFFFF"/>
                </a:solidFill>
              </a:defRPr>
            </a:lvl9pPr>
          </a:lstStyle>
          <a:p>
            <a:r>
              <a:rPr lang="en-US"/>
              <a:t>Click to add a Title</a:t>
            </a:r>
            <a:endParaRPr lang="en-IN"/>
          </a:p>
        </p:txBody>
      </p:sp>
      <p:pic>
        <p:nvPicPr>
          <p:cNvPr id="18" name="Graphic 17">
            <a:extLst>
              <a:ext uri="{FF2B5EF4-FFF2-40B4-BE49-F238E27FC236}">
                <a16:creationId xmlns:a16="http://schemas.microsoft.com/office/drawing/2014/main" id="{5E78190D-6770-3FCB-BE18-AF4B96912A20}"/>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640080" y="640080"/>
            <a:ext cx="1805981" cy="394749"/>
          </a:xfrm>
          <a:prstGeom prst="rect">
            <a:avLst/>
          </a:prstGeom>
        </p:spPr>
      </p:pic>
      <p:sp>
        <p:nvSpPr>
          <p:cNvPr id="2" name="Text Placeholder 16">
            <a:extLst>
              <a:ext uri="{FF2B5EF4-FFF2-40B4-BE49-F238E27FC236}">
                <a16:creationId xmlns:a16="http://schemas.microsoft.com/office/drawing/2014/main" id="{8C412269-B983-3073-A130-4CC9F5C2596A}"/>
              </a:ext>
            </a:extLst>
          </p:cNvPr>
          <p:cNvSpPr>
            <a:spLocks noGrp="1"/>
          </p:cNvSpPr>
          <p:nvPr>
            <p:ph type="body" sz="quarter" idx="12" hasCustomPrompt="1"/>
          </p:nvPr>
        </p:nvSpPr>
        <p:spPr>
          <a:xfrm>
            <a:off x="640080" y="5900570"/>
            <a:ext cx="6400800" cy="182880"/>
          </a:xfrm>
          <a:prstGeom prst="rect">
            <a:avLst/>
          </a:prstGeom>
        </p:spPr>
        <p:txBody>
          <a:bodyPr lIns="27432">
            <a:noAutofit/>
          </a:bodyPr>
          <a:lstStyle>
            <a:lvl1pPr marL="0" indent="0">
              <a:buNone/>
              <a:defRPr sz="1000" spc="200" baseline="0">
                <a:solidFill>
                  <a:schemeClr val="tx1"/>
                </a:solidFill>
              </a:defRPr>
            </a:lvl1pPr>
          </a:lstStyle>
          <a:p>
            <a:pPr lvl="0"/>
            <a:r>
              <a:rPr lang="en-US"/>
              <a:t>OPTIONAL TEXT</a:t>
            </a:r>
          </a:p>
        </p:txBody>
      </p:sp>
    </p:spTree>
    <p:extLst>
      <p:ext uri="{BB962C8B-B14F-4D97-AF65-F5344CB8AC3E}">
        <p14:creationId xmlns:p14="http://schemas.microsoft.com/office/powerpoint/2010/main" val="1312695694"/>
      </p:ext>
    </p:extLst>
  </p:cSld>
  <p:clrMapOvr>
    <a:overrideClrMapping bg1="dk1" tx1="lt1" bg2="dk2" tx2="lt2" accent1="accent1" accent2="accent2" accent3="accent3" accent4="accent4" accent5="accent5" accent6="accent6" hlink="hlink" folHlink="folHlink"/>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Agenda - Black">
    <p:bg>
      <p:bgPr>
        <a:solidFill>
          <a:schemeClr val="tx1"/>
        </a:solidFill>
        <a:effectLst/>
      </p:bgPr>
    </p:bg>
    <p:spTree>
      <p:nvGrpSpPr>
        <p:cNvPr id="1" name="Shape 186"/>
        <p:cNvGrpSpPr/>
        <p:nvPr/>
      </p:nvGrpSpPr>
      <p:grpSpPr>
        <a:xfrm>
          <a:off x="0" y="0"/>
          <a:ext cx="0" cy="0"/>
          <a:chOff x="0" y="0"/>
          <a:chExt cx="0" cy="0"/>
        </a:xfrm>
      </p:grpSpPr>
      <p:sp>
        <p:nvSpPr>
          <p:cNvPr id="8" name="TextBox 7"/>
          <p:cNvSpPr txBox="1"/>
          <p:nvPr/>
        </p:nvSpPr>
        <p:spPr>
          <a:xfrm>
            <a:off x="11455676" y="6503590"/>
            <a:ext cx="361950" cy="118494"/>
          </a:xfrm>
          <a:prstGeom prst="rect">
            <a:avLst/>
          </a:prstGeom>
          <a:noFill/>
          <a:ln>
            <a:noFill/>
          </a:ln>
        </p:spPr>
        <p:txBody>
          <a:bodyPr wrap="square" lIns="0" tIns="0" rIns="0" bIns="0" rtlCol="0" anchor="b">
            <a:noAutofit/>
          </a:bodyPr>
          <a:lstStyle/>
          <a:p>
            <a:pPr algn="r">
              <a:lnSpc>
                <a:spcPct val="110000"/>
              </a:lnSpc>
              <a:spcBef>
                <a:spcPts val="200"/>
              </a:spcBef>
              <a:spcAft>
                <a:spcPts val="200"/>
              </a:spcAft>
            </a:pPr>
            <a:fld id="{D1FE7051-C049-4E6F-B90E-DEDE110316C9}" type="slidenum">
              <a:rPr lang="en-US" sz="700" smtClean="0">
                <a:solidFill>
                  <a:srgbClr val="898989"/>
                </a:solidFill>
              </a:rPr>
              <a:pPr algn="r">
                <a:lnSpc>
                  <a:spcPct val="110000"/>
                </a:lnSpc>
                <a:spcBef>
                  <a:spcPts val="200"/>
                </a:spcBef>
                <a:spcAft>
                  <a:spcPts val="200"/>
                </a:spcAft>
              </a:pPr>
              <a:t>‹#›</a:t>
            </a:fld>
            <a:endParaRPr lang="en-US" sz="700">
              <a:solidFill>
                <a:srgbClr val="898989"/>
              </a:solidFill>
            </a:endParaRPr>
          </a:p>
        </p:txBody>
      </p:sp>
      <p:sp>
        <p:nvSpPr>
          <p:cNvPr id="7" name="Rectangle 6"/>
          <p:cNvSpPr/>
          <p:nvPr/>
        </p:nvSpPr>
        <p:spPr>
          <a:xfrm>
            <a:off x="609600" y="6514362"/>
            <a:ext cx="1110882" cy="107722"/>
          </a:xfrm>
          <a:prstGeom prst="rect">
            <a:avLst/>
          </a:prstGeom>
        </p:spPr>
        <p:txBody>
          <a:bodyPr wrap="none" lIns="0" tIns="0" rIns="0" bIns="0" anchor="b">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a:ln>
                  <a:noFill/>
                </a:ln>
                <a:solidFill>
                  <a:srgbClr val="000000">
                    <a:tint val="75000"/>
                  </a:srgbClr>
                </a:solidFill>
                <a:effectLst/>
                <a:uLnTx/>
                <a:uFillTx/>
                <a:latin typeface="Arial" panose="020B0604020202020204" pitchFamily="34" charset="0"/>
                <a:cs typeface="Arial" panose="020B0604020202020204" pitchFamily="34" charset="0"/>
              </a:rPr>
              <a:t>Proprietary and Confidential</a:t>
            </a:r>
          </a:p>
        </p:txBody>
      </p:sp>
      <p:sp>
        <p:nvSpPr>
          <p:cNvPr id="10" name="Text Placeholder 2">
            <a:extLst>
              <a:ext uri="{FF2B5EF4-FFF2-40B4-BE49-F238E27FC236}">
                <a16:creationId xmlns:a16="http://schemas.microsoft.com/office/drawing/2014/main" id="{9D535178-0C9A-2F44-8057-64ED548EEC7C}"/>
              </a:ext>
            </a:extLst>
          </p:cNvPr>
          <p:cNvSpPr>
            <a:spLocks noGrp="1"/>
          </p:cNvSpPr>
          <p:nvPr>
            <p:ph type="body" sz="quarter" idx="18" hasCustomPrompt="1"/>
          </p:nvPr>
        </p:nvSpPr>
        <p:spPr>
          <a:xfrm>
            <a:off x="612648" y="457200"/>
            <a:ext cx="10972800" cy="640080"/>
          </a:xfrm>
          <a:prstGeom prst="rect">
            <a:avLst/>
          </a:prstGeom>
        </p:spPr>
        <p:txBody>
          <a:bodyPr lIns="0" tIns="0" rIns="0" bIns="0"/>
          <a:lstStyle>
            <a:lvl1pPr marL="0" indent="0">
              <a:buNone/>
              <a:defRPr sz="3600" b="1" i="0" spc="-150" baseline="0">
                <a:gradFill flip="none" rotWithShape="1">
                  <a:gsLst>
                    <a:gs pos="51000">
                      <a:srgbClr val="7E18BE"/>
                    </a:gs>
                    <a:gs pos="0">
                      <a:srgbClr val="0084FF"/>
                    </a:gs>
                    <a:gs pos="97000">
                      <a:srgbClr val="FF5E86"/>
                    </a:gs>
                  </a:gsLst>
                  <a:lin ang="0" scaled="1"/>
                  <a:tileRect/>
                </a:gradFill>
                <a:latin typeface="Arial" panose="020B0604020202020204" pitchFamily="34" charset="0"/>
                <a:ea typeface="EB Garamond" pitchFamily="2" charset="0"/>
                <a:cs typeface="Arial" panose="020B0604020202020204" pitchFamily="34" charset="0"/>
              </a:defRPr>
            </a:lvl1pPr>
            <a:lvl2pPr>
              <a:defRPr>
                <a:latin typeface="+mn-lt"/>
              </a:defRPr>
            </a:lvl2pPr>
            <a:lvl3pPr>
              <a:defRPr>
                <a:latin typeface="+mn-lt"/>
              </a:defRPr>
            </a:lvl3pPr>
            <a:lvl4pPr>
              <a:defRPr>
                <a:latin typeface="+mn-lt"/>
              </a:defRPr>
            </a:lvl4pPr>
            <a:lvl5pPr>
              <a:defRPr>
                <a:latin typeface="+mn-lt"/>
              </a:defRPr>
            </a:lvl5pPr>
          </a:lstStyle>
          <a:p>
            <a:pPr lvl="0"/>
            <a:r>
              <a:rPr lang="en-US"/>
              <a:t>Click to add Agenda</a:t>
            </a:r>
          </a:p>
        </p:txBody>
      </p:sp>
    </p:spTree>
    <p:extLst>
      <p:ext uri="{BB962C8B-B14F-4D97-AF65-F5344CB8AC3E}">
        <p14:creationId xmlns:p14="http://schemas.microsoft.com/office/powerpoint/2010/main" val="140810216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Agenda - White">
    <p:spTree>
      <p:nvGrpSpPr>
        <p:cNvPr id="1" name="Shape 186"/>
        <p:cNvGrpSpPr/>
        <p:nvPr/>
      </p:nvGrpSpPr>
      <p:grpSpPr>
        <a:xfrm>
          <a:off x="0" y="0"/>
          <a:ext cx="0" cy="0"/>
          <a:chOff x="0" y="0"/>
          <a:chExt cx="0" cy="0"/>
        </a:xfrm>
      </p:grpSpPr>
      <p:sp>
        <p:nvSpPr>
          <p:cNvPr id="8" name="TextBox 7"/>
          <p:cNvSpPr txBox="1"/>
          <p:nvPr/>
        </p:nvSpPr>
        <p:spPr>
          <a:xfrm>
            <a:off x="11455676" y="6503590"/>
            <a:ext cx="361950" cy="118494"/>
          </a:xfrm>
          <a:prstGeom prst="rect">
            <a:avLst/>
          </a:prstGeom>
          <a:noFill/>
          <a:ln>
            <a:noFill/>
          </a:ln>
        </p:spPr>
        <p:txBody>
          <a:bodyPr wrap="square" lIns="0" tIns="0" rIns="0" bIns="0" rtlCol="0" anchor="b">
            <a:noAutofit/>
          </a:bodyPr>
          <a:lstStyle/>
          <a:p>
            <a:pPr algn="r">
              <a:lnSpc>
                <a:spcPct val="110000"/>
              </a:lnSpc>
              <a:spcBef>
                <a:spcPts val="200"/>
              </a:spcBef>
              <a:spcAft>
                <a:spcPts val="200"/>
              </a:spcAft>
            </a:pPr>
            <a:fld id="{D1FE7051-C049-4E6F-B90E-DEDE110316C9}" type="slidenum">
              <a:rPr lang="en-US" sz="700" smtClean="0">
                <a:solidFill>
                  <a:srgbClr val="898989"/>
                </a:solidFill>
              </a:rPr>
              <a:pPr algn="r">
                <a:lnSpc>
                  <a:spcPct val="110000"/>
                </a:lnSpc>
                <a:spcBef>
                  <a:spcPts val="200"/>
                </a:spcBef>
                <a:spcAft>
                  <a:spcPts val="200"/>
                </a:spcAft>
              </a:pPr>
              <a:t>‹#›</a:t>
            </a:fld>
            <a:endParaRPr lang="en-US" sz="700">
              <a:solidFill>
                <a:srgbClr val="898989"/>
              </a:solidFill>
            </a:endParaRPr>
          </a:p>
        </p:txBody>
      </p:sp>
      <p:sp>
        <p:nvSpPr>
          <p:cNvPr id="7" name="Rectangle 6"/>
          <p:cNvSpPr/>
          <p:nvPr/>
        </p:nvSpPr>
        <p:spPr>
          <a:xfrm>
            <a:off x="609600" y="6514362"/>
            <a:ext cx="1110882" cy="107722"/>
          </a:xfrm>
          <a:prstGeom prst="rect">
            <a:avLst/>
          </a:prstGeom>
        </p:spPr>
        <p:txBody>
          <a:bodyPr wrap="none" lIns="0" tIns="0" rIns="0" bIns="0" anchor="b">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a:ln>
                  <a:noFill/>
                </a:ln>
                <a:solidFill>
                  <a:srgbClr val="000000">
                    <a:tint val="75000"/>
                  </a:srgbClr>
                </a:solidFill>
                <a:effectLst/>
                <a:uLnTx/>
                <a:uFillTx/>
                <a:latin typeface="Arial" panose="020B0604020202020204" pitchFamily="34" charset="0"/>
                <a:cs typeface="Arial" panose="020B0604020202020204" pitchFamily="34" charset="0"/>
              </a:rPr>
              <a:t>Proprietary and Confidential</a:t>
            </a:r>
          </a:p>
        </p:txBody>
      </p:sp>
      <p:sp>
        <p:nvSpPr>
          <p:cNvPr id="10" name="Text Placeholder 2">
            <a:extLst>
              <a:ext uri="{FF2B5EF4-FFF2-40B4-BE49-F238E27FC236}">
                <a16:creationId xmlns:a16="http://schemas.microsoft.com/office/drawing/2014/main" id="{9D535178-0C9A-2F44-8057-64ED548EEC7C}"/>
              </a:ext>
            </a:extLst>
          </p:cNvPr>
          <p:cNvSpPr>
            <a:spLocks noGrp="1"/>
          </p:cNvSpPr>
          <p:nvPr>
            <p:ph type="body" sz="quarter" idx="18" hasCustomPrompt="1"/>
          </p:nvPr>
        </p:nvSpPr>
        <p:spPr>
          <a:xfrm>
            <a:off x="612648" y="457200"/>
            <a:ext cx="10972800" cy="640080"/>
          </a:xfrm>
          <a:prstGeom prst="rect">
            <a:avLst/>
          </a:prstGeom>
        </p:spPr>
        <p:txBody>
          <a:bodyPr lIns="0" tIns="0" rIns="0" bIns="0"/>
          <a:lstStyle>
            <a:lvl1pPr marL="0" indent="0">
              <a:buNone/>
              <a:defRPr sz="3600" b="1" i="0" spc="-150" baseline="0">
                <a:gradFill flip="none" rotWithShape="1">
                  <a:gsLst>
                    <a:gs pos="51000">
                      <a:srgbClr val="7E18BE"/>
                    </a:gs>
                    <a:gs pos="0">
                      <a:srgbClr val="0084FF"/>
                    </a:gs>
                    <a:gs pos="97000">
                      <a:srgbClr val="FF5E86"/>
                    </a:gs>
                  </a:gsLst>
                  <a:lin ang="0" scaled="1"/>
                  <a:tileRect/>
                </a:gradFill>
                <a:latin typeface="Arial" panose="020B0604020202020204" pitchFamily="34" charset="0"/>
                <a:ea typeface="EB Garamond" pitchFamily="2" charset="0"/>
                <a:cs typeface="Arial" panose="020B0604020202020204" pitchFamily="34" charset="0"/>
              </a:defRPr>
            </a:lvl1pPr>
            <a:lvl2pPr>
              <a:defRPr>
                <a:latin typeface="+mn-lt"/>
              </a:defRPr>
            </a:lvl2pPr>
            <a:lvl3pPr>
              <a:defRPr>
                <a:latin typeface="+mn-lt"/>
              </a:defRPr>
            </a:lvl3pPr>
            <a:lvl4pPr>
              <a:defRPr>
                <a:latin typeface="+mn-lt"/>
              </a:defRPr>
            </a:lvl4pPr>
            <a:lvl5pPr>
              <a:defRPr>
                <a:latin typeface="+mn-lt"/>
              </a:defRPr>
            </a:lvl5pPr>
          </a:lstStyle>
          <a:p>
            <a:pPr lvl="0"/>
            <a:r>
              <a:rPr lang="en-US"/>
              <a:t>Click to add Agenda</a:t>
            </a:r>
          </a:p>
        </p:txBody>
      </p:sp>
    </p:spTree>
    <p:extLst>
      <p:ext uri="{BB962C8B-B14F-4D97-AF65-F5344CB8AC3E}">
        <p14:creationId xmlns:p14="http://schemas.microsoft.com/office/powerpoint/2010/main" val="268557156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Section Divider OI - Black">
    <p:bg>
      <p:bgPr>
        <a:solidFill>
          <a:schemeClr val="tx1"/>
        </a:solidFill>
        <a:effectLst/>
      </p:bgPr>
    </p:bg>
    <p:spTree>
      <p:nvGrpSpPr>
        <p:cNvPr id="1" name="Shape 1205"/>
        <p:cNvGrpSpPr/>
        <p:nvPr/>
      </p:nvGrpSpPr>
      <p:grpSpPr>
        <a:xfrm>
          <a:off x="0" y="0"/>
          <a:ext cx="0" cy="0"/>
          <a:chOff x="0" y="0"/>
          <a:chExt cx="0" cy="0"/>
        </a:xfrm>
      </p:grpSpPr>
      <p:sp>
        <p:nvSpPr>
          <p:cNvPr id="10" name="TextBox 9"/>
          <p:cNvSpPr txBox="1"/>
          <p:nvPr/>
        </p:nvSpPr>
        <p:spPr>
          <a:xfrm>
            <a:off x="11455676" y="6503590"/>
            <a:ext cx="361950" cy="118494"/>
          </a:xfrm>
          <a:prstGeom prst="rect">
            <a:avLst/>
          </a:prstGeom>
          <a:noFill/>
          <a:ln>
            <a:noFill/>
          </a:ln>
        </p:spPr>
        <p:txBody>
          <a:bodyPr wrap="square" lIns="0" tIns="0" rIns="0" bIns="0" rtlCol="0" anchor="b">
            <a:noAutofit/>
          </a:bodyPr>
          <a:lstStyle/>
          <a:p>
            <a:pPr algn="r">
              <a:lnSpc>
                <a:spcPct val="110000"/>
              </a:lnSpc>
              <a:spcBef>
                <a:spcPts val="200"/>
              </a:spcBef>
              <a:spcAft>
                <a:spcPts val="200"/>
              </a:spcAft>
            </a:pPr>
            <a:fld id="{D1FE7051-C049-4E6F-B90E-DEDE110316C9}" type="slidenum">
              <a:rPr lang="en-US" sz="700" smtClean="0">
                <a:solidFill>
                  <a:srgbClr val="898989"/>
                </a:solidFill>
              </a:rPr>
              <a:pPr algn="r">
                <a:lnSpc>
                  <a:spcPct val="110000"/>
                </a:lnSpc>
                <a:spcBef>
                  <a:spcPts val="200"/>
                </a:spcBef>
                <a:spcAft>
                  <a:spcPts val="200"/>
                </a:spcAft>
              </a:pPr>
              <a:t>‹#›</a:t>
            </a:fld>
            <a:endParaRPr lang="en-US" sz="700">
              <a:solidFill>
                <a:srgbClr val="898989"/>
              </a:solidFill>
            </a:endParaRPr>
          </a:p>
        </p:txBody>
      </p:sp>
      <p:sp>
        <p:nvSpPr>
          <p:cNvPr id="11" name="Rectangle 10"/>
          <p:cNvSpPr/>
          <p:nvPr/>
        </p:nvSpPr>
        <p:spPr>
          <a:xfrm>
            <a:off x="609600" y="6514362"/>
            <a:ext cx="1110882" cy="107722"/>
          </a:xfrm>
          <a:prstGeom prst="rect">
            <a:avLst/>
          </a:prstGeom>
        </p:spPr>
        <p:txBody>
          <a:bodyPr wrap="none" lIns="0" tIns="0" rIns="0" bIns="0" anchor="b">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a:ln>
                  <a:noFill/>
                </a:ln>
                <a:solidFill>
                  <a:srgbClr val="000000">
                    <a:tint val="75000"/>
                  </a:srgbClr>
                </a:solidFill>
                <a:effectLst/>
                <a:uLnTx/>
                <a:uFillTx/>
                <a:latin typeface="Arial" panose="020B0604020202020204" pitchFamily="34" charset="0"/>
                <a:cs typeface="Arial" panose="020B0604020202020204" pitchFamily="34" charset="0"/>
              </a:rPr>
              <a:t>Proprietary and Confidential</a:t>
            </a:r>
          </a:p>
        </p:txBody>
      </p:sp>
      <p:sp>
        <p:nvSpPr>
          <p:cNvPr id="6" name="Text Placeholder 2">
            <a:extLst>
              <a:ext uri="{FF2B5EF4-FFF2-40B4-BE49-F238E27FC236}">
                <a16:creationId xmlns:a16="http://schemas.microsoft.com/office/drawing/2014/main" id="{7C1DFA83-DBBD-89EB-FC7F-E419D6F84B4C}"/>
              </a:ext>
            </a:extLst>
          </p:cNvPr>
          <p:cNvSpPr>
            <a:spLocks noGrp="1"/>
          </p:cNvSpPr>
          <p:nvPr>
            <p:ph type="body" sz="quarter" idx="10" hasCustomPrompt="1"/>
          </p:nvPr>
        </p:nvSpPr>
        <p:spPr>
          <a:xfrm>
            <a:off x="3810000" y="3124200"/>
            <a:ext cx="6993082" cy="685800"/>
          </a:xfrm>
          <a:prstGeom prst="rect">
            <a:avLst/>
          </a:prstGeom>
        </p:spPr>
        <p:txBody>
          <a:bodyPr lIns="0" tIns="0" rIns="0" bIns="0" anchor="ctr" anchorCtr="0">
            <a:spAutoFit/>
          </a:bodyPr>
          <a:lstStyle>
            <a:lvl1pPr marL="0" indent="0" algn="l">
              <a:lnSpc>
                <a:spcPct val="90000"/>
              </a:lnSpc>
              <a:spcBef>
                <a:spcPts val="0"/>
              </a:spcBef>
              <a:spcAft>
                <a:spcPts val="0"/>
              </a:spcAft>
              <a:buNone/>
              <a:defRPr sz="4800" b="1" spc="-100" baseline="0">
                <a:solidFill>
                  <a:schemeClr val="bg1"/>
                </a:solidFill>
              </a:defRPr>
            </a:lvl1pPr>
            <a:lvl2pPr marL="304792" indent="0">
              <a:buNone/>
              <a:defRPr>
                <a:solidFill>
                  <a:schemeClr val="bg1"/>
                </a:solidFill>
              </a:defRPr>
            </a:lvl2pPr>
            <a:lvl3pPr marL="609585" indent="0">
              <a:buNone/>
              <a:defRPr>
                <a:solidFill>
                  <a:schemeClr val="bg1"/>
                </a:solidFill>
              </a:defRPr>
            </a:lvl3pPr>
            <a:lvl4pPr marL="914377" indent="0">
              <a:buNone/>
              <a:defRPr>
                <a:solidFill>
                  <a:schemeClr val="bg1"/>
                </a:solidFill>
              </a:defRPr>
            </a:lvl4pPr>
            <a:lvl5pPr marL="1219170" indent="0">
              <a:buNone/>
              <a:defRPr>
                <a:solidFill>
                  <a:schemeClr val="bg1"/>
                </a:solidFill>
              </a:defRPr>
            </a:lvl5pPr>
          </a:lstStyle>
          <a:p>
            <a:pPr lvl="0"/>
            <a:r>
              <a:rPr lang="en-IN"/>
              <a:t>Section Divider Title</a:t>
            </a:r>
            <a:endParaRPr lang="en-US"/>
          </a:p>
        </p:txBody>
      </p:sp>
      <p:grpSp>
        <p:nvGrpSpPr>
          <p:cNvPr id="12" name="Group 11">
            <a:extLst>
              <a:ext uri="{FF2B5EF4-FFF2-40B4-BE49-F238E27FC236}">
                <a16:creationId xmlns:a16="http://schemas.microsoft.com/office/drawing/2014/main" id="{7FA077B6-9EEE-CC1F-D5C2-1F9522043CD9}"/>
              </a:ext>
            </a:extLst>
          </p:cNvPr>
          <p:cNvGrpSpPr/>
          <p:nvPr userDrawn="1"/>
        </p:nvGrpSpPr>
        <p:grpSpPr bwMode="black">
          <a:xfrm>
            <a:off x="-1600200" y="1789679"/>
            <a:ext cx="5180058" cy="3220764"/>
            <a:chOff x="-2477006" y="951186"/>
            <a:chExt cx="7970296" cy="4955628"/>
          </a:xfrm>
          <a:gradFill flip="none" rotWithShape="1">
            <a:gsLst>
              <a:gs pos="50000">
                <a:srgbClr val="7E18BE"/>
              </a:gs>
              <a:gs pos="0">
                <a:srgbClr val="0084FF"/>
              </a:gs>
              <a:gs pos="80000">
                <a:srgbClr val="FF5E86"/>
              </a:gs>
            </a:gsLst>
            <a:lin ang="2700000" scaled="1"/>
            <a:tileRect/>
          </a:gradFill>
        </p:grpSpPr>
        <p:sp>
          <p:nvSpPr>
            <p:cNvPr id="13" name="Parallelogram 12">
              <a:extLst>
                <a:ext uri="{FF2B5EF4-FFF2-40B4-BE49-F238E27FC236}">
                  <a16:creationId xmlns:a16="http://schemas.microsoft.com/office/drawing/2014/main" id="{9C1D0426-FBF4-DE00-E02C-8D5F2C15D38D}"/>
                </a:ext>
              </a:extLst>
            </p:cNvPr>
            <p:cNvSpPr/>
            <p:nvPr/>
          </p:nvSpPr>
          <p:spPr bwMode="black">
            <a:xfrm>
              <a:off x="2389726" y="987972"/>
              <a:ext cx="3103564" cy="4918842"/>
            </a:xfrm>
            <a:prstGeom prst="parallelogram">
              <a:avLst>
                <a:gd name="adj" fmla="val 54440"/>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Block Arc 13">
              <a:extLst>
                <a:ext uri="{FF2B5EF4-FFF2-40B4-BE49-F238E27FC236}">
                  <a16:creationId xmlns:a16="http://schemas.microsoft.com/office/drawing/2014/main" id="{7C2D95B7-4DFD-C1E7-A6C5-3801A98784F4}"/>
                </a:ext>
              </a:extLst>
            </p:cNvPr>
            <p:cNvSpPr/>
            <p:nvPr/>
          </p:nvSpPr>
          <p:spPr bwMode="black">
            <a:xfrm rot="5400000">
              <a:off x="-2477006" y="951186"/>
              <a:ext cx="4955627" cy="4955627"/>
            </a:xfrm>
            <a:prstGeom prst="blockArc">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solidFill>
                  <a:schemeClr val="tx1"/>
                </a:solidFill>
              </a:endParaRPr>
            </a:p>
          </p:txBody>
        </p:sp>
      </p:grpSp>
    </p:spTree>
    <p:extLst>
      <p:ext uri="{BB962C8B-B14F-4D97-AF65-F5344CB8AC3E}">
        <p14:creationId xmlns:p14="http://schemas.microsoft.com/office/powerpoint/2010/main" val="3926849238"/>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Section Divider OI - White">
    <p:bg>
      <p:bgPr>
        <a:solidFill>
          <a:schemeClr val="bg1"/>
        </a:solidFill>
        <a:effectLst/>
      </p:bgPr>
    </p:bg>
    <p:spTree>
      <p:nvGrpSpPr>
        <p:cNvPr id="1" name="Shape 1205"/>
        <p:cNvGrpSpPr/>
        <p:nvPr/>
      </p:nvGrpSpPr>
      <p:grpSpPr>
        <a:xfrm>
          <a:off x="0" y="0"/>
          <a:ext cx="0" cy="0"/>
          <a:chOff x="0" y="0"/>
          <a:chExt cx="0" cy="0"/>
        </a:xfrm>
      </p:grpSpPr>
      <p:sp>
        <p:nvSpPr>
          <p:cNvPr id="10" name="TextBox 9"/>
          <p:cNvSpPr txBox="1"/>
          <p:nvPr/>
        </p:nvSpPr>
        <p:spPr>
          <a:xfrm>
            <a:off x="11455676" y="6503590"/>
            <a:ext cx="361950" cy="118494"/>
          </a:xfrm>
          <a:prstGeom prst="rect">
            <a:avLst/>
          </a:prstGeom>
          <a:noFill/>
          <a:ln>
            <a:noFill/>
          </a:ln>
        </p:spPr>
        <p:txBody>
          <a:bodyPr wrap="square" lIns="0" tIns="0" rIns="0" bIns="0" rtlCol="0" anchor="b">
            <a:noAutofit/>
          </a:bodyPr>
          <a:lstStyle/>
          <a:p>
            <a:pPr algn="r">
              <a:lnSpc>
                <a:spcPct val="110000"/>
              </a:lnSpc>
              <a:spcBef>
                <a:spcPts val="200"/>
              </a:spcBef>
              <a:spcAft>
                <a:spcPts val="200"/>
              </a:spcAft>
            </a:pPr>
            <a:fld id="{D1FE7051-C049-4E6F-B90E-DEDE110316C9}" type="slidenum">
              <a:rPr lang="en-US" sz="700" smtClean="0">
                <a:solidFill>
                  <a:srgbClr val="898989"/>
                </a:solidFill>
              </a:rPr>
              <a:pPr algn="r">
                <a:lnSpc>
                  <a:spcPct val="110000"/>
                </a:lnSpc>
                <a:spcBef>
                  <a:spcPts val="200"/>
                </a:spcBef>
                <a:spcAft>
                  <a:spcPts val="200"/>
                </a:spcAft>
              </a:pPr>
              <a:t>‹#›</a:t>
            </a:fld>
            <a:endParaRPr lang="en-US" sz="700">
              <a:solidFill>
                <a:srgbClr val="898989"/>
              </a:solidFill>
            </a:endParaRPr>
          </a:p>
        </p:txBody>
      </p:sp>
      <p:sp>
        <p:nvSpPr>
          <p:cNvPr id="11" name="Rectangle 10"/>
          <p:cNvSpPr/>
          <p:nvPr/>
        </p:nvSpPr>
        <p:spPr>
          <a:xfrm>
            <a:off x="609600" y="6514362"/>
            <a:ext cx="1110882" cy="107722"/>
          </a:xfrm>
          <a:prstGeom prst="rect">
            <a:avLst/>
          </a:prstGeom>
        </p:spPr>
        <p:txBody>
          <a:bodyPr wrap="none" lIns="0" tIns="0" rIns="0" bIns="0" anchor="b">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a:ln>
                  <a:noFill/>
                </a:ln>
                <a:solidFill>
                  <a:srgbClr val="000000">
                    <a:tint val="75000"/>
                  </a:srgbClr>
                </a:solidFill>
                <a:effectLst/>
                <a:uLnTx/>
                <a:uFillTx/>
                <a:latin typeface="Arial" panose="020B0604020202020204" pitchFamily="34" charset="0"/>
                <a:cs typeface="Arial" panose="020B0604020202020204" pitchFamily="34" charset="0"/>
              </a:rPr>
              <a:t>Proprietary and Confidential</a:t>
            </a:r>
          </a:p>
        </p:txBody>
      </p:sp>
      <p:sp>
        <p:nvSpPr>
          <p:cNvPr id="2" name="Text Placeholder 2">
            <a:extLst>
              <a:ext uri="{FF2B5EF4-FFF2-40B4-BE49-F238E27FC236}">
                <a16:creationId xmlns:a16="http://schemas.microsoft.com/office/drawing/2014/main" id="{CD46454F-EC71-48E1-5357-FB89F2DE283E}"/>
              </a:ext>
            </a:extLst>
          </p:cNvPr>
          <p:cNvSpPr>
            <a:spLocks noGrp="1"/>
          </p:cNvSpPr>
          <p:nvPr>
            <p:ph type="body" sz="quarter" idx="10" hasCustomPrompt="1"/>
          </p:nvPr>
        </p:nvSpPr>
        <p:spPr>
          <a:xfrm>
            <a:off x="3810000" y="3124200"/>
            <a:ext cx="6993082" cy="685800"/>
          </a:xfrm>
          <a:prstGeom prst="rect">
            <a:avLst/>
          </a:prstGeom>
        </p:spPr>
        <p:txBody>
          <a:bodyPr lIns="0" tIns="0" rIns="0" bIns="0" anchor="ctr" anchorCtr="0">
            <a:spAutoFit/>
          </a:bodyPr>
          <a:lstStyle>
            <a:lvl1pPr marL="0" indent="0" algn="l">
              <a:lnSpc>
                <a:spcPct val="90000"/>
              </a:lnSpc>
              <a:spcBef>
                <a:spcPts val="0"/>
              </a:spcBef>
              <a:spcAft>
                <a:spcPts val="0"/>
              </a:spcAft>
              <a:buNone/>
              <a:defRPr sz="4800" b="1" spc="-100" baseline="0">
                <a:solidFill>
                  <a:schemeClr val="tx1"/>
                </a:solidFill>
              </a:defRPr>
            </a:lvl1pPr>
            <a:lvl2pPr marL="304792" indent="0">
              <a:buNone/>
              <a:defRPr>
                <a:solidFill>
                  <a:schemeClr val="bg1"/>
                </a:solidFill>
              </a:defRPr>
            </a:lvl2pPr>
            <a:lvl3pPr marL="609585" indent="0">
              <a:buNone/>
              <a:defRPr>
                <a:solidFill>
                  <a:schemeClr val="bg1"/>
                </a:solidFill>
              </a:defRPr>
            </a:lvl3pPr>
            <a:lvl4pPr marL="914377" indent="0">
              <a:buNone/>
              <a:defRPr>
                <a:solidFill>
                  <a:schemeClr val="bg1"/>
                </a:solidFill>
              </a:defRPr>
            </a:lvl4pPr>
            <a:lvl5pPr marL="1219170" indent="0">
              <a:buNone/>
              <a:defRPr>
                <a:solidFill>
                  <a:schemeClr val="bg1"/>
                </a:solidFill>
              </a:defRPr>
            </a:lvl5pPr>
          </a:lstStyle>
          <a:p>
            <a:pPr lvl="0"/>
            <a:r>
              <a:rPr lang="en-IN"/>
              <a:t>Section Divider Title</a:t>
            </a:r>
            <a:endParaRPr lang="en-US"/>
          </a:p>
        </p:txBody>
      </p:sp>
      <p:grpSp>
        <p:nvGrpSpPr>
          <p:cNvPr id="4" name="Group 3">
            <a:extLst>
              <a:ext uri="{FF2B5EF4-FFF2-40B4-BE49-F238E27FC236}">
                <a16:creationId xmlns:a16="http://schemas.microsoft.com/office/drawing/2014/main" id="{5B8EA5A1-39EA-85B7-EDAD-977AF9E75BD1}"/>
              </a:ext>
            </a:extLst>
          </p:cNvPr>
          <p:cNvGrpSpPr/>
          <p:nvPr userDrawn="1"/>
        </p:nvGrpSpPr>
        <p:grpSpPr bwMode="black">
          <a:xfrm>
            <a:off x="-1600200" y="1789679"/>
            <a:ext cx="5180058" cy="3220764"/>
            <a:chOff x="-2477006" y="951186"/>
            <a:chExt cx="7970296" cy="4955628"/>
          </a:xfrm>
          <a:gradFill flip="none" rotWithShape="1">
            <a:gsLst>
              <a:gs pos="50000">
                <a:srgbClr val="7E18BE"/>
              </a:gs>
              <a:gs pos="0">
                <a:srgbClr val="0084FF"/>
              </a:gs>
              <a:gs pos="80000">
                <a:srgbClr val="FF5E86"/>
              </a:gs>
            </a:gsLst>
            <a:lin ang="2700000" scaled="1"/>
            <a:tileRect/>
          </a:gradFill>
        </p:grpSpPr>
        <p:sp>
          <p:nvSpPr>
            <p:cNvPr id="5" name="Parallelogram 4">
              <a:extLst>
                <a:ext uri="{FF2B5EF4-FFF2-40B4-BE49-F238E27FC236}">
                  <a16:creationId xmlns:a16="http://schemas.microsoft.com/office/drawing/2014/main" id="{797DAAA4-D1BF-74F7-EDCE-BCC5787E0C3A}"/>
                </a:ext>
              </a:extLst>
            </p:cNvPr>
            <p:cNvSpPr/>
            <p:nvPr/>
          </p:nvSpPr>
          <p:spPr bwMode="black">
            <a:xfrm>
              <a:off x="2389726" y="987972"/>
              <a:ext cx="3103564" cy="4918842"/>
            </a:xfrm>
            <a:prstGeom prst="parallelogram">
              <a:avLst>
                <a:gd name="adj" fmla="val 54440"/>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Block Arc 5">
              <a:extLst>
                <a:ext uri="{FF2B5EF4-FFF2-40B4-BE49-F238E27FC236}">
                  <a16:creationId xmlns:a16="http://schemas.microsoft.com/office/drawing/2014/main" id="{A59C8600-5483-3E2A-648E-BC4B97D127A5}"/>
                </a:ext>
              </a:extLst>
            </p:cNvPr>
            <p:cNvSpPr/>
            <p:nvPr/>
          </p:nvSpPr>
          <p:spPr bwMode="black">
            <a:xfrm rot="5400000">
              <a:off x="-2477006" y="951186"/>
              <a:ext cx="4955627" cy="4955627"/>
            </a:xfrm>
            <a:prstGeom prst="blockArc">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solidFill>
                  <a:schemeClr val="tx1"/>
                </a:solidFill>
              </a:endParaRPr>
            </a:p>
          </p:txBody>
        </p:sp>
      </p:grpSp>
    </p:spTree>
    <p:extLst>
      <p:ext uri="{BB962C8B-B14F-4D97-AF65-F5344CB8AC3E}">
        <p14:creationId xmlns:p14="http://schemas.microsoft.com/office/powerpoint/2010/main" val="3768641382"/>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ext Wide - Black (Title Only)">
    <p:bg>
      <p:bgPr>
        <a:solidFill>
          <a:schemeClr val="tx1"/>
        </a:solidFill>
        <a:effectLst/>
      </p:bgPr>
    </p:bg>
    <p:spTree>
      <p:nvGrpSpPr>
        <p:cNvPr id="1" name="Shape 186"/>
        <p:cNvGrpSpPr/>
        <p:nvPr/>
      </p:nvGrpSpPr>
      <p:grpSpPr>
        <a:xfrm>
          <a:off x="0" y="0"/>
          <a:ext cx="0" cy="0"/>
          <a:chOff x="0" y="0"/>
          <a:chExt cx="0" cy="0"/>
        </a:xfrm>
      </p:grpSpPr>
      <p:sp>
        <p:nvSpPr>
          <p:cNvPr id="8" name="TextBox 7"/>
          <p:cNvSpPr txBox="1"/>
          <p:nvPr/>
        </p:nvSpPr>
        <p:spPr>
          <a:xfrm>
            <a:off x="11455676" y="6503590"/>
            <a:ext cx="361950" cy="118494"/>
          </a:xfrm>
          <a:prstGeom prst="rect">
            <a:avLst/>
          </a:prstGeom>
          <a:noFill/>
          <a:ln>
            <a:noFill/>
          </a:ln>
        </p:spPr>
        <p:txBody>
          <a:bodyPr wrap="square" lIns="0" tIns="0" rIns="0" bIns="0" rtlCol="0" anchor="b">
            <a:noAutofit/>
          </a:bodyPr>
          <a:lstStyle/>
          <a:p>
            <a:pPr algn="r">
              <a:lnSpc>
                <a:spcPct val="110000"/>
              </a:lnSpc>
              <a:spcBef>
                <a:spcPts val="200"/>
              </a:spcBef>
              <a:spcAft>
                <a:spcPts val="200"/>
              </a:spcAft>
            </a:pPr>
            <a:fld id="{D1FE7051-C049-4E6F-B90E-DEDE110316C9}" type="slidenum">
              <a:rPr lang="en-US" sz="700" smtClean="0">
                <a:solidFill>
                  <a:srgbClr val="898989"/>
                </a:solidFill>
              </a:rPr>
              <a:pPr algn="r">
                <a:lnSpc>
                  <a:spcPct val="110000"/>
                </a:lnSpc>
                <a:spcBef>
                  <a:spcPts val="200"/>
                </a:spcBef>
                <a:spcAft>
                  <a:spcPts val="200"/>
                </a:spcAft>
              </a:pPr>
              <a:t>‹#›</a:t>
            </a:fld>
            <a:endParaRPr lang="en-US" sz="700">
              <a:solidFill>
                <a:srgbClr val="898989"/>
              </a:solidFill>
            </a:endParaRPr>
          </a:p>
        </p:txBody>
      </p:sp>
      <p:sp>
        <p:nvSpPr>
          <p:cNvPr id="7" name="Rectangle 6"/>
          <p:cNvSpPr/>
          <p:nvPr/>
        </p:nvSpPr>
        <p:spPr>
          <a:xfrm>
            <a:off x="609600" y="6514362"/>
            <a:ext cx="1110882" cy="107722"/>
          </a:xfrm>
          <a:prstGeom prst="rect">
            <a:avLst/>
          </a:prstGeom>
        </p:spPr>
        <p:txBody>
          <a:bodyPr wrap="none" lIns="0" tIns="0" rIns="0" bIns="0" anchor="b">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a:ln>
                  <a:noFill/>
                </a:ln>
                <a:solidFill>
                  <a:srgbClr val="000000">
                    <a:tint val="75000"/>
                  </a:srgbClr>
                </a:solidFill>
                <a:effectLst/>
                <a:uLnTx/>
                <a:uFillTx/>
                <a:latin typeface="Arial" panose="020B0604020202020204" pitchFamily="34" charset="0"/>
                <a:cs typeface="Arial" panose="020B0604020202020204" pitchFamily="34" charset="0"/>
              </a:rPr>
              <a:t>Proprietary and Confidential</a:t>
            </a:r>
          </a:p>
        </p:txBody>
      </p:sp>
      <p:sp>
        <p:nvSpPr>
          <p:cNvPr id="3" name="Title 2"/>
          <p:cNvSpPr>
            <a:spLocks noGrp="1"/>
          </p:cNvSpPr>
          <p:nvPr>
            <p:ph type="title" hasCustomPrompt="1"/>
          </p:nvPr>
        </p:nvSpPr>
        <p:spPr>
          <a:xfrm>
            <a:off x="609599" y="460376"/>
            <a:ext cx="10972799" cy="387798"/>
          </a:xfrm>
        </p:spPr>
        <p:txBody>
          <a:bodyPr>
            <a:spAutoFit/>
          </a:bodyPr>
          <a:lstStyle>
            <a:lvl1pPr>
              <a:defRPr sz="2800" cap="none" baseline="0">
                <a:gradFill>
                  <a:gsLst>
                    <a:gs pos="51000">
                      <a:srgbClr val="7E18BE"/>
                    </a:gs>
                    <a:gs pos="0">
                      <a:srgbClr val="0084FF"/>
                    </a:gs>
                    <a:gs pos="97000">
                      <a:srgbClr val="FF5E86"/>
                    </a:gs>
                  </a:gsLst>
                  <a:lin ang="0" scaled="1"/>
                </a:gradFill>
              </a:defRPr>
            </a:lvl1pPr>
          </a:lstStyle>
          <a:p>
            <a:r>
              <a:rPr lang="en-US"/>
              <a:t>Click To Edit Master Title Style</a:t>
            </a:r>
          </a:p>
        </p:txBody>
      </p:sp>
    </p:spTree>
    <p:extLst>
      <p:ext uri="{BB962C8B-B14F-4D97-AF65-F5344CB8AC3E}">
        <p14:creationId xmlns:p14="http://schemas.microsoft.com/office/powerpoint/2010/main" val="302656651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ext Wide - White (Title Only)">
    <p:spTree>
      <p:nvGrpSpPr>
        <p:cNvPr id="1" name="Shape 186"/>
        <p:cNvGrpSpPr/>
        <p:nvPr/>
      </p:nvGrpSpPr>
      <p:grpSpPr>
        <a:xfrm>
          <a:off x="0" y="0"/>
          <a:ext cx="0" cy="0"/>
          <a:chOff x="0" y="0"/>
          <a:chExt cx="0" cy="0"/>
        </a:xfrm>
      </p:grpSpPr>
      <p:sp>
        <p:nvSpPr>
          <p:cNvPr id="8" name="TextBox 7"/>
          <p:cNvSpPr txBox="1"/>
          <p:nvPr/>
        </p:nvSpPr>
        <p:spPr>
          <a:xfrm>
            <a:off x="11455676" y="6503590"/>
            <a:ext cx="361950" cy="118494"/>
          </a:xfrm>
          <a:prstGeom prst="rect">
            <a:avLst/>
          </a:prstGeom>
          <a:noFill/>
          <a:ln>
            <a:noFill/>
          </a:ln>
        </p:spPr>
        <p:txBody>
          <a:bodyPr wrap="square" lIns="0" tIns="0" rIns="0" bIns="0" rtlCol="0" anchor="b">
            <a:noAutofit/>
          </a:bodyPr>
          <a:lstStyle/>
          <a:p>
            <a:pPr algn="r">
              <a:lnSpc>
                <a:spcPct val="110000"/>
              </a:lnSpc>
              <a:spcBef>
                <a:spcPts val="200"/>
              </a:spcBef>
              <a:spcAft>
                <a:spcPts val="200"/>
              </a:spcAft>
            </a:pPr>
            <a:fld id="{D1FE7051-C049-4E6F-B90E-DEDE110316C9}" type="slidenum">
              <a:rPr lang="en-US" sz="700" smtClean="0">
                <a:solidFill>
                  <a:srgbClr val="898989"/>
                </a:solidFill>
              </a:rPr>
              <a:pPr algn="r">
                <a:lnSpc>
                  <a:spcPct val="110000"/>
                </a:lnSpc>
                <a:spcBef>
                  <a:spcPts val="200"/>
                </a:spcBef>
                <a:spcAft>
                  <a:spcPts val="200"/>
                </a:spcAft>
              </a:pPr>
              <a:t>‹#›</a:t>
            </a:fld>
            <a:endParaRPr lang="en-US" sz="700">
              <a:solidFill>
                <a:srgbClr val="898989"/>
              </a:solidFill>
            </a:endParaRPr>
          </a:p>
        </p:txBody>
      </p:sp>
      <p:sp>
        <p:nvSpPr>
          <p:cNvPr id="7" name="Rectangle 6"/>
          <p:cNvSpPr/>
          <p:nvPr/>
        </p:nvSpPr>
        <p:spPr>
          <a:xfrm>
            <a:off x="609600" y="6514362"/>
            <a:ext cx="1110882" cy="107722"/>
          </a:xfrm>
          <a:prstGeom prst="rect">
            <a:avLst/>
          </a:prstGeom>
        </p:spPr>
        <p:txBody>
          <a:bodyPr wrap="none" lIns="0" tIns="0" rIns="0" bIns="0" anchor="b">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a:ln>
                  <a:noFill/>
                </a:ln>
                <a:solidFill>
                  <a:srgbClr val="000000">
                    <a:tint val="75000"/>
                  </a:srgbClr>
                </a:solidFill>
                <a:effectLst/>
                <a:uLnTx/>
                <a:uFillTx/>
                <a:latin typeface="Arial" panose="020B0604020202020204" pitchFamily="34" charset="0"/>
                <a:cs typeface="Arial" panose="020B0604020202020204" pitchFamily="34" charset="0"/>
              </a:rPr>
              <a:t>Proprietary and Confidential</a:t>
            </a:r>
          </a:p>
        </p:txBody>
      </p:sp>
      <p:sp>
        <p:nvSpPr>
          <p:cNvPr id="3" name="Title 2"/>
          <p:cNvSpPr>
            <a:spLocks noGrp="1"/>
          </p:cNvSpPr>
          <p:nvPr>
            <p:ph type="title" hasCustomPrompt="1"/>
          </p:nvPr>
        </p:nvSpPr>
        <p:spPr>
          <a:xfrm>
            <a:off x="609599" y="460376"/>
            <a:ext cx="10972799" cy="387798"/>
          </a:xfrm>
        </p:spPr>
        <p:txBody>
          <a:bodyPr>
            <a:spAutoFit/>
          </a:bodyPr>
          <a:lstStyle>
            <a:lvl1pPr>
              <a:defRPr sz="2800" cap="none" spc="0" baseline="0">
                <a:gradFill>
                  <a:gsLst>
                    <a:gs pos="51000">
                      <a:srgbClr val="7E18BE"/>
                    </a:gs>
                    <a:gs pos="0">
                      <a:schemeClr val="tx2"/>
                    </a:gs>
                    <a:gs pos="97000">
                      <a:srgbClr val="FF5E86"/>
                    </a:gs>
                  </a:gsLst>
                  <a:lin ang="0" scaled="1"/>
                </a:gradFill>
              </a:defRPr>
            </a:lvl1pPr>
          </a:lstStyle>
          <a:p>
            <a:r>
              <a:rPr lang="en-US"/>
              <a:t>Click To Edit Master Title Style</a:t>
            </a:r>
          </a:p>
        </p:txBody>
      </p:sp>
    </p:spTree>
    <p:extLst>
      <p:ext uri="{BB962C8B-B14F-4D97-AF65-F5344CB8AC3E}">
        <p14:creationId xmlns:p14="http://schemas.microsoft.com/office/powerpoint/2010/main" val="159740216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ext Wide With Subtitle - Black">
    <p:bg>
      <p:bgPr>
        <a:solidFill>
          <a:schemeClr val="tx1"/>
        </a:solidFill>
        <a:effectLst/>
      </p:bgPr>
    </p:bg>
    <p:spTree>
      <p:nvGrpSpPr>
        <p:cNvPr id="1" name="Shape 186"/>
        <p:cNvGrpSpPr/>
        <p:nvPr/>
      </p:nvGrpSpPr>
      <p:grpSpPr>
        <a:xfrm>
          <a:off x="0" y="0"/>
          <a:ext cx="0" cy="0"/>
          <a:chOff x="0" y="0"/>
          <a:chExt cx="0" cy="0"/>
        </a:xfrm>
      </p:grpSpPr>
      <p:sp>
        <p:nvSpPr>
          <p:cNvPr id="8" name="TextBox 7"/>
          <p:cNvSpPr txBox="1"/>
          <p:nvPr/>
        </p:nvSpPr>
        <p:spPr>
          <a:xfrm>
            <a:off x="11455676" y="6503590"/>
            <a:ext cx="361950" cy="118494"/>
          </a:xfrm>
          <a:prstGeom prst="rect">
            <a:avLst/>
          </a:prstGeom>
          <a:noFill/>
          <a:ln>
            <a:noFill/>
          </a:ln>
        </p:spPr>
        <p:txBody>
          <a:bodyPr wrap="square" lIns="0" tIns="0" rIns="0" bIns="0" rtlCol="0" anchor="b">
            <a:noAutofit/>
          </a:bodyPr>
          <a:lstStyle/>
          <a:p>
            <a:pPr algn="r">
              <a:lnSpc>
                <a:spcPct val="110000"/>
              </a:lnSpc>
              <a:spcBef>
                <a:spcPts val="200"/>
              </a:spcBef>
              <a:spcAft>
                <a:spcPts val="200"/>
              </a:spcAft>
            </a:pPr>
            <a:fld id="{D1FE7051-C049-4E6F-B90E-DEDE110316C9}" type="slidenum">
              <a:rPr lang="en-US" sz="700" smtClean="0">
                <a:solidFill>
                  <a:srgbClr val="898989"/>
                </a:solidFill>
              </a:rPr>
              <a:pPr algn="r">
                <a:lnSpc>
                  <a:spcPct val="110000"/>
                </a:lnSpc>
                <a:spcBef>
                  <a:spcPts val="200"/>
                </a:spcBef>
                <a:spcAft>
                  <a:spcPts val="200"/>
                </a:spcAft>
              </a:pPr>
              <a:t>‹#›</a:t>
            </a:fld>
            <a:endParaRPr lang="en-US" sz="700">
              <a:solidFill>
                <a:srgbClr val="898989"/>
              </a:solidFill>
            </a:endParaRPr>
          </a:p>
        </p:txBody>
      </p:sp>
      <p:sp>
        <p:nvSpPr>
          <p:cNvPr id="7" name="Rectangle 6"/>
          <p:cNvSpPr/>
          <p:nvPr/>
        </p:nvSpPr>
        <p:spPr>
          <a:xfrm>
            <a:off x="609600" y="6514362"/>
            <a:ext cx="1110882" cy="107722"/>
          </a:xfrm>
          <a:prstGeom prst="rect">
            <a:avLst/>
          </a:prstGeom>
        </p:spPr>
        <p:txBody>
          <a:bodyPr wrap="none" lIns="0" tIns="0" rIns="0" bIns="0" anchor="b">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a:ln>
                  <a:noFill/>
                </a:ln>
                <a:solidFill>
                  <a:srgbClr val="000000">
                    <a:tint val="75000"/>
                  </a:srgbClr>
                </a:solidFill>
                <a:effectLst/>
                <a:uLnTx/>
                <a:uFillTx/>
                <a:latin typeface="Arial" panose="020B0604020202020204" pitchFamily="34" charset="0"/>
                <a:cs typeface="Arial" panose="020B0604020202020204" pitchFamily="34" charset="0"/>
              </a:rPr>
              <a:t>Proprietary and Confidential</a:t>
            </a:r>
          </a:p>
        </p:txBody>
      </p:sp>
      <p:sp>
        <p:nvSpPr>
          <p:cNvPr id="3" name="Title 2"/>
          <p:cNvSpPr>
            <a:spLocks noGrp="1"/>
          </p:cNvSpPr>
          <p:nvPr>
            <p:ph type="title" hasCustomPrompt="1"/>
          </p:nvPr>
        </p:nvSpPr>
        <p:spPr>
          <a:xfrm>
            <a:off x="609599" y="460376"/>
            <a:ext cx="10972799" cy="387798"/>
          </a:xfrm>
        </p:spPr>
        <p:txBody>
          <a:bodyPr>
            <a:spAutoFit/>
          </a:bodyPr>
          <a:lstStyle>
            <a:lvl1pPr>
              <a:defRPr sz="2800" cap="none" baseline="0">
                <a:gradFill>
                  <a:gsLst>
                    <a:gs pos="51000">
                      <a:srgbClr val="7E18BE"/>
                    </a:gs>
                    <a:gs pos="0">
                      <a:srgbClr val="0084FF"/>
                    </a:gs>
                    <a:gs pos="97000">
                      <a:srgbClr val="FF5E86"/>
                    </a:gs>
                  </a:gsLst>
                  <a:lin ang="0" scaled="1"/>
                </a:gradFill>
              </a:defRPr>
            </a:lvl1pPr>
          </a:lstStyle>
          <a:p>
            <a:r>
              <a:rPr lang="en-US"/>
              <a:t>Click To Edit Master Title Style</a:t>
            </a:r>
          </a:p>
        </p:txBody>
      </p:sp>
      <p:sp>
        <p:nvSpPr>
          <p:cNvPr id="10" name="Text Placeholder 2">
            <a:extLst>
              <a:ext uri="{FF2B5EF4-FFF2-40B4-BE49-F238E27FC236}">
                <a16:creationId xmlns:a16="http://schemas.microsoft.com/office/drawing/2014/main" id="{9D535178-0C9A-2F44-8057-64ED548EEC7C}"/>
              </a:ext>
            </a:extLst>
          </p:cNvPr>
          <p:cNvSpPr>
            <a:spLocks noGrp="1"/>
          </p:cNvSpPr>
          <p:nvPr>
            <p:ph type="body" sz="quarter" idx="18" hasCustomPrompt="1"/>
          </p:nvPr>
        </p:nvSpPr>
        <p:spPr>
          <a:xfrm>
            <a:off x="612648" y="975360"/>
            <a:ext cx="10972800" cy="312265"/>
          </a:xfrm>
          <a:prstGeom prst="rect">
            <a:avLst/>
          </a:prstGeom>
        </p:spPr>
        <p:txBody>
          <a:bodyPr lIns="0" tIns="0" rIns="0" bIns="0">
            <a:spAutoFit/>
          </a:bodyPr>
          <a:lstStyle>
            <a:lvl1pPr marL="0" indent="0">
              <a:buNone/>
              <a:defRPr sz="2000" b="1" i="0" spc="-50" baseline="0">
                <a:solidFill>
                  <a:schemeClr val="bg1"/>
                </a:solidFill>
                <a:latin typeface="Arial" panose="020B0604020202020204" pitchFamily="34" charset="0"/>
                <a:ea typeface="EB Garamond" pitchFamily="2" charset="0"/>
                <a:cs typeface="Arial" panose="020B0604020202020204" pitchFamily="34" charset="0"/>
              </a:defRPr>
            </a:lvl1pPr>
            <a:lvl2pPr>
              <a:defRPr>
                <a:latin typeface="+mn-lt"/>
              </a:defRPr>
            </a:lvl2pPr>
            <a:lvl3pPr>
              <a:defRPr>
                <a:latin typeface="+mn-lt"/>
              </a:defRPr>
            </a:lvl3pPr>
            <a:lvl4pPr>
              <a:defRPr>
                <a:latin typeface="+mn-lt"/>
              </a:defRPr>
            </a:lvl4pPr>
            <a:lvl5pPr>
              <a:defRPr>
                <a:latin typeface="+mn-lt"/>
              </a:defRPr>
            </a:lvl5pPr>
          </a:lstStyle>
          <a:p>
            <a:pPr lvl="0"/>
            <a:r>
              <a:rPr lang="en-US"/>
              <a:t>Click to add Subtitle</a:t>
            </a:r>
          </a:p>
        </p:txBody>
      </p:sp>
    </p:spTree>
    <p:extLst>
      <p:ext uri="{BB962C8B-B14F-4D97-AF65-F5344CB8AC3E}">
        <p14:creationId xmlns:p14="http://schemas.microsoft.com/office/powerpoint/2010/main" val="74808733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ext 2 Line With Subtitle - Black">
    <p:bg>
      <p:bgPr>
        <a:solidFill>
          <a:schemeClr val="tx1"/>
        </a:solidFill>
        <a:effectLst/>
      </p:bgPr>
    </p:bg>
    <p:spTree>
      <p:nvGrpSpPr>
        <p:cNvPr id="1" name="Shape 186"/>
        <p:cNvGrpSpPr/>
        <p:nvPr/>
      </p:nvGrpSpPr>
      <p:grpSpPr>
        <a:xfrm>
          <a:off x="0" y="0"/>
          <a:ext cx="0" cy="0"/>
          <a:chOff x="0" y="0"/>
          <a:chExt cx="0" cy="0"/>
        </a:xfrm>
      </p:grpSpPr>
      <p:sp>
        <p:nvSpPr>
          <p:cNvPr id="8" name="TextBox 7"/>
          <p:cNvSpPr txBox="1"/>
          <p:nvPr/>
        </p:nvSpPr>
        <p:spPr>
          <a:xfrm>
            <a:off x="11455676" y="6503590"/>
            <a:ext cx="361950" cy="118494"/>
          </a:xfrm>
          <a:prstGeom prst="rect">
            <a:avLst/>
          </a:prstGeom>
          <a:noFill/>
          <a:ln>
            <a:noFill/>
          </a:ln>
        </p:spPr>
        <p:txBody>
          <a:bodyPr wrap="square" lIns="0" tIns="0" rIns="0" bIns="0" rtlCol="0" anchor="b">
            <a:noAutofit/>
          </a:bodyPr>
          <a:lstStyle/>
          <a:p>
            <a:pPr algn="r">
              <a:lnSpc>
                <a:spcPct val="110000"/>
              </a:lnSpc>
              <a:spcBef>
                <a:spcPts val="200"/>
              </a:spcBef>
              <a:spcAft>
                <a:spcPts val="200"/>
              </a:spcAft>
            </a:pPr>
            <a:fld id="{D1FE7051-C049-4E6F-B90E-DEDE110316C9}" type="slidenum">
              <a:rPr lang="en-US" sz="700" smtClean="0">
                <a:solidFill>
                  <a:srgbClr val="898989"/>
                </a:solidFill>
              </a:rPr>
              <a:pPr algn="r">
                <a:lnSpc>
                  <a:spcPct val="110000"/>
                </a:lnSpc>
                <a:spcBef>
                  <a:spcPts val="200"/>
                </a:spcBef>
                <a:spcAft>
                  <a:spcPts val="200"/>
                </a:spcAft>
              </a:pPr>
              <a:t>‹#›</a:t>
            </a:fld>
            <a:endParaRPr lang="en-US" sz="700">
              <a:solidFill>
                <a:srgbClr val="898989"/>
              </a:solidFill>
            </a:endParaRPr>
          </a:p>
        </p:txBody>
      </p:sp>
      <p:sp>
        <p:nvSpPr>
          <p:cNvPr id="7" name="Rectangle 6"/>
          <p:cNvSpPr/>
          <p:nvPr/>
        </p:nvSpPr>
        <p:spPr>
          <a:xfrm>
            <a:off x="609600" y="6514362"/>
            <a:ext cx="1110882" cy="107722"/>
          </a:xfrm>
          <a:prstGeom prst="rect">
            <a:avLst/>
          </a:prstGeom>
        </p:spPr>
        <p:txBody>
          <a:bodyPr wrap="none" lIns="0" tIns="0" rIns="0" bIns="0" anchor="b">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a:ln>
                  <a:noFill/>
                </a:ln>
                <a:solidFill>
                  <a:srgbClr val="000000">
                    <a:tint val="75000"/>
                  </a:srgbClr>
                </a:solidFill>
                <a:effectLst/>
                <a:uLnTx/>
                <a:uFillTx/>
                <a:latin typeface="Arial" panose="020B0604020202020204" pitchFamily="34" charset="0"/>
                <a:cs typeface="Arial" panose="020B0604020202020204" pitchFamily="34" charset="0"/>
              </a:rPr>
              <a:t>Proprietary and Confidential</a:t>
            </a:r>
          </a:p>
        </p:txBody>
      </p:sp>
      <p:sp>
        <p:nvSpPr>
          <p:cNvPr id="3" name="Title 2"/>
          <p:cNvSpPr>
            <a:spLocks noGrp="1"/>
          </p:cNvSpPr>
          <p:nvPr>
            <p:ph type="title" hasCustomPrompt="1"/>
          </p:nvPr>
        </p:nvSpPr>
        <p:spPr>
          <a:xfrm>
            <a:off x="609599" y="460376"/>
            <a:ext cx="10972799" cy="387798"/>
          </a:xfrm>
        </p:spPr>
        <p:txBody>
          <a:bodyPr>
            <a:spAutoFit/>
          </a:bodyPr>
          <a:lstStyle>
            <a:lvl1pPr>
              <a:defRPr sz="2800" cap="none" baseline="0">
                <a:gradFill>
                  <a:gsLst>
                    <a:gs pos="51000">
                      <a:srgbClr val="7E18BE"/>
                    </a:gs>
                    <a:gs pos="0">
                      <a:srgbClr val="0084FF"/>
                    </a:gs>
                    <a:gs pos="97000">
                      <a:srgbClr val="FF5E86"/>
                    </a:gs>
                  </a:gsLst>
                  <a:lin ang="0" scaled="1"/>
                </a:gradFill>
              </a:defRPr>
            </a:lvl1pPr>
          </a:lstStyle>
          <a:p>
            <a:r>
              <a:rPr lang="en-US"/>
              <a:t>Click To Edit Master Title Style</a:t>
            </a:r>
          </a:p>
        </p:txBody>
      </p:sp>
      <p:sp>
        <p:nvSpPr>
          <p:cNvPr id="10" name="Text Placeholder 2">
            <a:extLst>
              <a:ext uri="{FF2B5EF4-FFF2-40B4-BE49-F238E27FC236}">
                <a16:creationId xmlns:a16="http://schemas.microsoft.com/office/drawing/2014/main" id="{9D535178-0C9A-2F44-8057-64ED548EEC7C}"/>
              </a:ext>
            </a:extLst>
          </p:cNvPr>
          <p:cNvSpPr>
            <a:spLocks noGrp="1"/>
          </p:cNvSpPr>
          <p:nvPr>
            <p:ph type="body" sz="quarter" idx="18" hasCustomPrompt="1"/>
          </p:nvPr>
        </p:nvSpPr>
        <p:spPr>
          <a:xfrm>
            <a:off x="612648" y="1320928"/>
            <a:ext cx="10972800" cy="312265"/>
          </a:xfrm>
          <a:prstGeom prst="rect">
            <a:avLst/>
          </a:prstGeom>
        </p:spPr>
        <p:txBody>
          <a:bodyPr lIns="0" tIns="0" rIns="0" bIns="0">
            <a:spAutoFit/>
          </a:bodyPr>
          <a:lstStyle>
            <a:lvl1pPr marL="0" indent="0">
              <a:buNone/>
              <a:defRPr sz="2000" b="1" i="0" spc="-50" baseline="0">
                <a:solidFill>
                  <a:schemeClr val="bg1"/>
                </a:solidFill>
                <a:latin typeface="Arial" panose="020B0604020202020204" pitchFamily="34" charset="0"/>
                <a:ea typeface="EB Garamond" pitchFamily="2" charset="0"/>
                <a:cs typeface="Arial" panose="020B0604020202020204" pitchFamily="34" charset="0"/>
              </a:defRPr>
            </a:lvl1pPr>
            <a:lvl2pPr>
              <a:defRPr>
                <a:latin typeface="+mn-lt"/>
              </a:defRPr>
            </a:lvl2pPr>
            <a:lvl3pPr>
              <a:defRPr>
                <a:latin typeface="+mn-lt"/>
              </a:defRPr>
            </a:lvl3pPr>
            <a:lvl4pPr>
              <a:defRPr>
                <a:latin typeface="+mn-lt"/>
              </a:defRPr>
            </a:lvl4pPr>
            <a:lvl5pPr>
              <a:defRPr>
                <a:latin typeface="+mn-lt"/>
              </a:defRPr>
            </a:lvl5pPr>
          </a:lstStyle>
          <a:p>
            <a:pPr lvl="0"/>
            <a:r>
              <a:rPr lang="en-US"/>
              <a:t>Click to add Subtitle</a:t>
            </a:r>
          </a:p>
        </p:txBody>
      </p:sp>
    </p:spTree>
    <p:extLst>
      <p:ext uri="{BB962C8B-B14F-4D97-AF65-F5344CB8AC3E}">
        <p14:creationId xmlns:p14="http://schemas.microsoft.com/office/powerpoint/2010/main" val="113175384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ext Wide With Subtitle - White">
    <p:spTree>
      <p:nvGrpSpPr>
        <p:cNvPr id="1" name="Shape 186"/>
        <p:cNvGrpSpPr/>
        <p:nvPr/>
      </p:nvGrpSpPr>
      <p:grpSpPr>
        <a:xfrm>
          <a:off x="0" y="0"/>
          <a:ext cx="0" cy="0"/>
          <a:chOff x="0" y="0"/>
          <a:chExt cx="0" cy="0"/>
        </a:xfrm>
      </p:grpSpPr>
      <p:sp>
        <p:nvSpPr>
          <p:cNvPr id="8" name="TextBox 7"/>
          <p:cNvSpPr txBox="1"/>
          <p:nvPr/>
        </p:nvSpPr>
        <p:spPr>
          <a:xfrm>
            <a:off x="11455676" y="6503590"/>
            <a:ext cx="361950" cy="118494"/>
          </a:xfrm>
          <a:prstGeom prst="rect">
            <a:avLst/>
          </a:prstGeom>
          <a:noFill/>
          <a:ln>
            <a:noFill/>
          </a:ln>
        </p:spPr>
        <p:txBody>
          <a:bodyPr wrap="square" lIns="0" tIns="0" rIns="0" bIns="0" rtlCol="0" anchor="b">
            <a:noAutofit/>
          </a:bodyPr>
          <a:lstStyle/>
          <a:p>
            <a:pPr algn="r">
              <a:lnSpc>
                <a:spcPct val="110000"/>
              </a:lnSpc>
              <a:spcBef>
                <a:spcPts val="200"/>
              </a:spcBef>
              <a:spcAft>
                <a:spcPts val="200"/>
              </a:spcAft>
            </a:pPr>
            <a:fld id="{D1FE7051-C049-4E6F-B90E-DEDE110316C9}" type="slidenum">
              <a:rPr lang="en-US" sz="700" smtClean="0">
                <a:solidFill>
                  <a:srgbClr val="898989"/>
                </a:solidFill>
              </a:rPr>
              <a:pPr algn="r">
                <a:lnSpc>
                  <a:spcPct val="110000"/>
                </a:lnSpc>
                <a:spcBef>
                  <a:spcPts val="200"/>
                </a:spcBef>
                <a:spcAft>
                  <a:spcPts val="200"/>
                </a:spcAft>
              </a:pPr>
              <a:t>‹#›</a:t>
            </a:fld>
            <a:endParaRPr lang="en-US" sz="700">
              <a:solidFill>
                <a:srgbClr val="898989"/>
              </a:solidFill>
            </a:endParaRPr>
          </a:p>
        </p:txBody>
      </p:sp>
      <p:sp>
        <p:nvSpPr>
          <p:cNvPr id="7" name="Rectangle 6"/>
          <p:cNvSpPr/>
          <p:nvPr/>
        </p:nvSpPr>
        <p:spPr>
          <a:xfrm>
            <a:off x="609600" y="6514362"/>
            <a:ext cx="1110882" cy="107722"/>
          </a:xfrm>
          <a:prstGeom prst="rect">
            <a:avLst/>
          </a:prstGeom>
        </p:spPr>
        <p:txBody>
          <a:bodyPr wrap="none" lIns="0" tIns="0" rIns="0" bIns="0" anchor="b">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a:ln>
                  <a:noFill/>
                </a:ln>
                <a:solidFill>
                  <a:srgbClr val="000000">
                    <a:tint val="75000"/>
                  </a:srgbClr>
                </a:solidFill>
                <a:effectLst/>
                <a:uLnTx/>
                <a:uFillTx/>
                <a:latin typeface="Arial" panose="020B0604020202020204" pitchFamily="34" charset="0"/>
                <a:cs typeface="Arial" panose="020B0604020202020204" pitchFamily="34" charset="0"/>
              </a:rPr>
              <a:t>Proprietary and Confidential</a:t>
            </a:r>
          </a:p>
        </p:txBody>
      </p:sp>
      <p:sp>
        <p:nvSpPr>
          <p:cNvPr id="3" name="Title 2"/>
          <p:cNvSpPr>
            <a:spLocks noGrp="1"/>
          </p:cNvSpPr>
          <p:nvPr>
            <p:ph type="title" hasCustomPrompt="1"/>
          </p:nvPr>
        </p:nvSpPr>
        <p:spPr>
          <a:xfrm>
            <a:off x="609599" y="460376"/>
            <a:ext cx="10972799" cy="387798"/>
          </a:xfrm>
        </p:spPr>
        <p:txBody>
          <a:bodyPr>
            <a:spAutoFit/>
          </a:bodyPr>
          <a:lstStyle>
            <a:lvl1pPr>
              <a:defRPr sz="2800" cap="none" baseline="0">
                <a:gradFill>
                  <a:gsLst>
                    <a:gs pos="51000">
                      <a:srgbClr val="7E18BE"/>
                    </a:gs>
                    <a:gs pos="0">
                      <a:srgbClr val="0084FF"/>
                    </a:gs>
                    <a:gs pos="97000">
                      <a:srgbClr val="FF5E86"/>
                    </a:gs>
                  </a:gsLst>
                  <a:lin ang="0" scaled="1"/>
                </a:gradFill>
              </a:defRPr>
            </a:lvl1pPr>
          </a:lstStyle>
          <a:p>
            <a:r>
              <a:rPr lang="en-US"/>
              <a:t>Click To Edit Master Title Style</a:t>
            </a:r>
          </a:p>
        </p:txBody>
      </p:sp>
      <p:sp>
        <p:nvSpPr>
          <p:cNvPr id="10" name="Text Placeholder 2">
            <a:extLst>
              <a:ext uri="{FF2B5EF4-FFF2-40B4-BE49-F238E27FC236}">
                <a16:creationId xmlns:a16="http://schemas.microsoft.com/office/drawing/2014/main" id="{9D535178-0C9A-2F44-8057-64ED548EEC7C}"/>
              </a:ext>
            </a:extLst>
          </p:cNvPr>
          <p:cNvSpPr>
            <a:spLocks noGrp="1"/>
          </p:cNvSpPr>
          <p:nvPr>
            <p:ph type="body" sz="quarter" idx="18" hasCustomPrompt="1"/>
          </p:nvPr>
        </p:nvSpPr>
        <p:spPr>
          <a:xfrm>
            <a:off x="612648" y="975360"/>
            <a:ext cx="10972800" cy="312265"/>
          </a:xfrm>
          <a:prstGeom prst="rect">
            <a:avLst/>
          </a:prstGeom>
        </p:spPr>
        <p:txBody>
          <a:bodyPr lIns="0" tIns="0" rIns="0" bIns="0">
            <a:spAutoFit/>
          </a:bodyPr>
          <a:lstStyle>
            <a:lvl1pPr marL="0" indent="0">
              <a:buNone/>
              <a:defRPr sz="2000" b="1" i="0" spc="-50" baseline="0">
                <a:solidFill>
                  <a:schemeClr val="tx1"/>
                </a:solidFill>
                <a:latin typeface="Arial" panose="020B0604020202020204" pitchFamily="34" charset="0"/>
                <a:ea typeface="EB Garamond" pitchFamily="2" charset="0"/>
                <a:cs typeface="Arial" panose="020B0604020202020204" pitchFamily="34" charset="0"/>
              </a:defRPr>
            </a:lvl1pPr>
            <a:lvl2pPr>
              <a:defRPr>
                <a:latin typeface="+mn-lt"/>
              </a:defRPr>
            </a:lvl2pPr>
            <a:lvl3pPr>
              <a:defRPr>
                <a:latin typeface="+mn-lt"/>
              </a:defRPr>
            </a:lvl3pPr>
            <a:lvl4pPr>
              <a:defRPr>
                <a:latin typeface="+mn-lt"/>
              </a:defRPr>
            </a:lvl4pPr>
            <a:lvl5pPr>
              <a:defRPr>
                <a:latin typeface="+mn-lt"/>
              </a:defRPr>
            </a:lvl5pPr>
          </a:lstStyle>
          <a:p>
            <a:pPr lvl="0"/>
            <a:r>
              <a:rPr lang="en-US"/>
              <a:t>Click to add Subtitle</a:t>
            </a:r>
          </a:p>
        </p:txBody>
      </p:sp>
    </p:spTree>
    <p:extLst>
      <p:ext uri="{BB962C8B-B14F-4D97-AF65-F5344CB8AC3E}">
        <p14:creationId xmlns:p14="http://schemas.microsoft.com/office/powerpoint/2010/main" val="366198784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ext 2 Line With Subtitle - White">
    <p:spTree>
      <p:nvGrpSpPr>
        <p:cNvPr id="1" name="Shape 186"/>
        <p:cNvGrpSpPr/>
        <p:nvPr/>
      </p:nvGrpSpPr>
      <p:grpSpPr>
        <a:xfrm>
          <a:off x="0" y="0"/>
          <a:ext cx="0" cy="0"/>
          <a:chOff x="0" y="0"/>
          <a:chExt cx="0" cy="0"/>
        </a:xfrm>
      </p:grpSpPr>
      <p:sp>
        <p:nvSpPr>
          <p:cNvPr id="8" name="TextBox 7"/>
          <p:cNvSpPr txBox="1"/>
          <p:nvPr/>
        </p:nvSpPr>
        <p:spPr>
          <a:xfrm>
            <a:off x="11455676" y="6503590"/>
            <a:ext cx="361950" cy="118494"/>
          </a:xfrm>
          <a:prstGeom prst="rect">
            <a:avLst/>
          </a:prstGeom>
          <a:noFill/>
          <a:ln>
            <a:noFill/>
          </a:ln>
        </p:spPr>
        <p:txBody>
          <a:bodyPr wrap="square" lIns="0" tIns="0" rIns="0" bIns="0" rtlCol="0" anchor="b">
            <a:noAutofit/>
          </a:bodyPr>
          <a:lstStyle/>
          <a:p>
            <a:pPr algn="r">
              <a:lnSpc>
                <a:spcPct val="110000"/>
              </a:lnSpc>
              <a:spcBef>
                <a:spcPts val="200"/>
              </a:spcBef>
              <a:spcAft>
                <a:spcPts val="200"/>
              </a:spcAft>
            </a:pPr>
            <a:fld id="{D1FE7051-C049-4E6F-B90E-DEDE110316C9}" type="slidenum">
              <a:rPr lang="en-US" sz="700" smtClean="0">
                <a:solidFill>
                  <a:srgbClr val="898989"/>
                </a:solidFill>
              </a:rPr>
              <a:pPr algn="r">
                <a:lnSpc>
                  <a:spcPct val="110000"/>
                </a:lnSpc>
                <a:spcBef>
                  <a:spcPts val="200"/>
                </a:spcBef>
                <a:spcAft>
                  <a:spcPts val="200"/>
                </a:spcAft>
              </a:pPr>
              <a:t>‹#›</a:t>
            </a:fld>
            <a:endParaRPr lang="en-US" sz="700">
              <a:solidFill>
                <a:srgbClr val="898989"/>
              </a:solidFill>
            </a:endParaRPr>
          </a:p>
        </p:txBody>
      </p:sp>
      <p:sp>
        <p:nvSpPr>
          <p:cNvPr id="7" name="Rectangle 6"/>
          <p:cNvSpPr/>
          <p:nvPr/>
        </p:nvSpPr>
        <p:spPr>
          <a:xfrm>
            <a:off x="609600" y="6514362"/>
            <a:ext cx="1110882" cy="107722"/>
          </a:xfrm>
          <a:prstGeom prst="rect">
            <a:avLst/>
          </a:prstGeom>
        </p:spPr>
        <p:txBody>
          <a:bodyPr wrap="none" lIns="0" tIns="0" rIns="0" bIns="0" anchor="b">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a:ln>
                  <a:noFill/>
                </a:ln>
                <a:solidFill>
                  <a:srgbClr val="000000">
                    <a:tint val="75000"/>
                  </a:srgbClr>
                </a:solidFill>
                <a:effectLst/>
                <a:uLnTx/>
                <a:uFillTx/>
                <a:latin typeface="Arial" panose="020B0604020202020204" pitchFamily="34" charset="0"/>
                <a:cs typeface="Arial" panose="020B0604020202020204" pitchFamily="34" charset="0"/>
              </a:rPr>
              <a:t>Proprietary and Confidential</a:t>
            </a:r>
          </a:p>
        </p:txBody>
      </p:sp>
      <p:sp>
        <p:nvSpPr>
          <p:cNvPr id="3" name="Title 2"/>
          <p:cNvSpPr>
            <a:spLocks noGrp="1"/>
          </p:cNvSpPr>
          <p:nvPr>
            <p:ph type="title" hasCustomPrompt="1"/>
          </p:nvPr>
        </p:nvSpPr>
        <p:spPr>
          <a:xfrm>
            <a:off x="609599" y="460376"/>
            <a:ext cx="10972799" cy="387798"/>
          </a:xfrm>
        </p:spPr>
        <p:txBody>
          <a:bodyPr>
            <a:spAutoFit/>
          </a:bodyPr>
          <a:lstStyle>
            <a:lvl1pPr>
              <a:defRPr sz="2800" cap="none" baseline="0">
                <a:gradFill>
                  <a:gsLst>
                    <a:gs pos="51000">
                      <a:srgbClr val="7E18BE"/>
                    </a:gs>
                    <a:gs pos="0">
                      <a:srgbClr val="0084FF"/>
                    </a:gs>
                    <a:gs pos="97000">
                      <a:srgbClr val="FF5E86"/>
                    </a:gs>
                  </a:gsLst>
                  <a:lin ang="0" scaled="1"/>
                </a:gradFill>
              </a:defRPr>
            </a:lvl1pPr>
          </a:lstStyle>
          <a:p>
            <a:r>
              <a:rPr lang="en-US"/>
              <a:t>Click To Edit Master Title Style</a:t>
            </a:r>
          </a:p>
        </p:txBody>
      </p:sp>
      <p:sp>
        <p:nvSpPr>
          <p:cNvPr id="10" name="Text Placeholder 2">
            <a:extLst>
              <a:ext uri="{FF2B5EF4-FFF2-40B4-BE49-F238E27FC236}">
                <a16:creationId xmlns:a16="http://schemas.microsoft.com/office/drawing/2014/main" id="{9D535178-0C9A-2F44-8057-64ED548EEC7C}"/>
              </a:ext>
            </a:extLst>
          </p:cNvPr>
          <p:cNvSpPr>
            <a:spLocks noGrp="1"/>
          </p:cNvSpPr>
          <p:nvPr>
            <p:ph type="body" sz="quarter" idx="18" hasCustomPrompt="1"/>
          </p:nvPr>
        </p:nvSpPr>
        <p:spPr>
          <a:xfrm>
            <a:off x="612648" y="1320928"/>
            <a:ext cx="10972800" cy="312265"/>
          </a:xfrm>
          <a:prstGeom prst="rect">
            <a:avLst/>
          </a:prstGeom>
        </p:spPr>
        <p:txBody>
          <a:bodyPr lIns="0" tIns="0" rIns="0" bIns="0">
            <a:spAutoFit/>
          </a:bodyPr>
          <a:lstStyle>
            <a:lvl1pPr marL="0" indent="0">
              <a:buNone/>
              <a:defRPr sz="2000" b="1" i="0" spc="-50" baseline="0">
                <a:solidFill>
                  <a:schemeClr val="tx1"/>
                </a:solidFill>
                <a:latin typeface="Arial" panose="020B0604020202020204" pitchFamily="34" charset="0"/>
                <a:ea typeface="EB Garamond" pitchFamily="2" charset="0"/>
                <a:cs typeface="Arial" panose="020B0604020202020204" pitchFamily="34" charset="0"/>
              </a:defRPr>
            </a:lvl1pPr>
            <a:lvl2pPr>
              <a:defRPr>
                <a:latin typeface="+mn-lt"/>
              </a:defRPr>
            </a:lvl2pPr>
            <a:lvl3pPr>
              <a:defRPr>
                <a:latin typeface="+mn-lt"/>
              </a:defRPr>
            </a:lvl3pPr>
            <a:lvl4pPr>
              <a:defRPr>
                <a:latin typeface="+mn-lt"/>
              </a:defRPr>
            </a:lvl4pPr>
            <a:lvl5pPr>
              <a:defRPr>
                <a:latin typeface="+mn-lt"/>
              </a:defRPr>
            </a:lvl5pPr>
          </a:lstStyle>
          <a:p>
            <a:pPr lvl="0"/>
            <a:r>
              <a:rPr lang="en-US"/>
              <a:t>Click to add Subtitle</a:t>
            </a:r>
          </a:p>
        </p:txBody>
      </p:sp>
    </p:spTree>
    <p:extLst>
      <p:ext uri="{BB962C8B-B14F-4D97-AF65-F5344CB8AC3E}">
        <p14:creationId xmlns:p14="http://schemas.microsoft.com/office/powerpoint/2010/main" val="59863003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Final Slide - White">
    <p:bg>
      <p:bgPr>
        <a:solidFill>
          <a:schemeClr val="bg1"/>
        </a:solidFill>
        <a:effectLst/>
      </p:bgPr>
    </p:bg>
    <p:spTree>
      <p:nvGrpSpPr>
        <p:cNvPr id="1" name="Shape 186"/>
        <p:cNvGrpSpPr/>
        <p:nvPr/>
      </p:nvGrpSpPr>
      <p:grpSpPr>
        <a:xfrm>
          <a:off x="0" y="0"/>
          <a:ext cx="0" cy="0"/>
          <a:chOff x="0" y="0"/>
          <a:chExt cx="0" cy="0"/>
        </a:xfrm>
      </p:grpSpPr>
      <p:sp>
        <p:nvSpPr>
          <p:cNvPr id="7" name="TextBox 6"/>
          <p:cNvSpPr txBox="1"/>
          <p:nvPr/>
        </p:nvSpPr>
        <p:spPr>
          <a:xfrm>
            <a:off x="11455676" y="6503590"/>
            <a:ext cx="361950" cy="118494"/>
          </a:xfrm>
          <a:prstGeom prst="rect">
            <a:avLst/>
          </a:prstGeom>
          <a:noFill/>
          <a:ln>
            <a:noFill/>
          </a:ln>
        </p:spPr>
        <p:txBody>
          <a:bodyPr wrap="square" lIns="0" tIns="0" rIns="0" bIns="0" rtlCol="0" anchor="b">
            <a:noAutofit/>
          </a:bodyPr>
          <a:lstStyle/>
          <a:p>
            <a:pPr algn="r">
              <a:lnSpc>
                <a:spcPct val="110000"/>
              </a:lnSpc>
              <a:spcBef>
                <a:spcPts val="200"/>
              </a:spcBef>
              <a:spcAft>
                <a:spcPts val="200"/>
              </a:spcAft>
            </a:pPr>
            <a:fld id="{D1FE7051-C049-4E6F-B90E-DEDE110316C9}" type="slidenum">
              <a:rPr lang="en-US" sz="700" smtClean="0">
                <a:solidFill>
                  <a:srgbClr val="898989"/>
                </a:solidFill>
              </a:rPr>
              <a:pPr algn="r">
                <a:lnSpc>
                  <a:spcPct val="110000"/>
                </a:lnSpc>
                <a:spcBef>
                  <a:spcPts val="200"/>
                </a:spcBef>
                <a:spcAft>
                  <a:spcPts val="200"/>
                </a:spcAft>
              </a:pPr>
              <a:t>‹#›</a:t>
            </a:fld>
            <a:endParaRPr lang="en-US" sz="700">
              <a:solidFill>
                <a:srgbClr val="898989"/>
              </a:solidFill>
            </a:endParaRPr>
          </a:p>
        </p:txBody>
      </p:sp>
      <p:sp>
        <p:nvSpPr>
          <p:cNvPr id="6" name="Text Placeholder 2">
            <a:extLst>
              <a:ext uri="{FF2B5EF4-FFF2-40B4-BE49-F238E27FC236}">
                <a16:creationId xmlns:a16="http://schemas.microsoft.com/office/drawing/2014/main" id="{9D535178-0C9A-2F44-8057-64ED548EEC7C}"/>
              </a:ext>
            </a:extLst>
          </p:cNvPr>
          <p:cNvSpPr>
            <a:spLocks noGrp="1"/>
          </p:cNvSpPr>
          <p:nvPr>
            <p:ph type="body" sz="quarter" idx="17" hasCustomPrompt="1"/>
          </p:nvPr>
        </p:nvSpPr>
        <p:spPr>
          <a:xfrm>
            <a:off x="609600" y="1576678"/>
            <a:ext cx="10972800" cy="822960"/>
          </a:xfrm>
          <a:prstGeom prst="rect">
            <a:avLst/>
          </a:prstGeom>
        </p:spPr>
        <p:txBody>
          <a:bodyPr vert="horz" lIns="0" tIns="0" rIns="0" bIns="0" rtlCol="0" anchor="b" anchorCtr="0">
            <a:noAutofit/>
          </a:bodyPr>
          <a:lstStyle>
            <a:lvl1pPr>
              <a:defRPr lang="en-US" sz="6000" b="1" spc="-200" baseline="0" dirty="0">
                <a:gradFill flip="none" rotWithShape="1">
                  <a:gsLst>
                    <a:gs pos="70000">
                      <a:srgbClr val="7E18BE"/>
                    </a:gs>
                    <a:gs pos="0">
                      <a:srgbClr val="0084FF"/>
                    </a:gs>
                    <a:gs pos="100000">
                      <a:srgbClr val="FF5E86"/>
                    </a:gs>
                  </a:gsLst>
                  <a:lin ang="0" scaled="1"/>
                  <a:tileRect/>
                </a:gradFill>
                <a:latin typeface="Arial" panose="020B0604020202020204" pitchFamily="34" charset="0"/>
                <a:ea typeface="Tahoma" panose="020B0604030504040204" pitchFamily="34" charset="0"/>
              </a:defRPr>
            </a:lvl1pPr>
          </a:lstStyle>
          <a:p>
            <a:pPr marL="0" lvl="0">
              <a:lnSpc>
                <a:spcPct val="100000"/>
              </a:lnSpc>
              <a:spcBef>
                <a:spcPts val="0"/>
              </a:spcBef>
              <a:spcAft>
                <a:spcPts val="800"/>
              </a:spcAft>
              <a:buClr>
                <a:srgbClr val="FFFFFF"/>
              </a:buClr>
              <a:buSzPct val="100000"/>
            </a:pPr>
            <a:r>
              <a:rPr lang="en-US"/>
              <a:t>Thank You</a:t>
            </a:r>
          </a:p>
        </p:txBody>
      </p:sp>
      <p:sp>
        <p:nvSpPr>
          <p:cNvPr id="8" name="Rectangle 7"/>
          <p:cNvSpPr/>
          <p:nvPr/>
        </p:nvSpPr>
        <p:spPr>
          <a:xfrm>
            <a:off x="609600" y="6514362"/>
            <a:ext cx="1110882" cy="107722"/>
          </a:xfrm>
          <a:prstGeom prst="rect">
            <a:avLst/>
          </a:prstGeom>
        </p:spPr>
        <p:txBody>
          <a:bodyPr wrap="none" lIns="0" tIns="0" rIns="0" bIns="0" anchor="b">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a:ln>
                  <a:noFill/>
                </a:ln>
                <a:solidFill>
                  <a:srgbClr val="000000">
                    <a:tint val="75000"/>
                  </a:srgbClr>
                </a:solidFill>
                <a:effectLst/>
                <a:uLnTx/>
                <a:uFillTx/>
                <a:latin typeface="Arial" panose="020B0604020202020204" pitchFamily="34" charset="0"/>
                <a:cs typeface="Arial" panose="020B0604020202020204" pitchFamily="34" charset="0"/>
              </a:rPr>
              <a:t>Proprietary and Confidential</a:t>
            </a:r>
          </a:p>
        </p:txBody>
      </p:sp>
      <p:sp>
        <p:nvSpPr>
          <p:cNvPr id="2" name="Text Placeholder 4">
            <a:extLst>
              <a:ext uri="{FF2B5EF4-FFF2-40B4-BE49-F238E27FC236}">
                <a16:creationId xmlns:a16="http://schemas.microsoft.com/office/drawing/2014/main" id="{BD4C0092-F7F0-5342-87F2-01D44BC7018D}"/>
              </a:ext>
            </a:extLst>
          </p:cNvPr>
          <p:cNvSpPr>
            <a:spLocks noGrp="1"/>
          </p:cNvSpPr>
          <p:nvPr>
            <p:ph type="body" sz="quarter" idx="13" hasCustomPrompt="1"/>
          </p:nvPr>
        </p:nvSpPr>
        <p:spPr>
          <a:xfrm>
            <a:off x="609600" y="2755806"/>
            <a:ext cx="10972800" cy="1555097"/>
          </a:xfrm>
          <a:prstGeom prst="rect">
            <a:avLst/>
          </a:prstGeom>
        </p:spPr>
        <p:txBody>
          <a:bodyPr>
            <a:noAutofit/>
          </a:bodyPr>
          <a:lstStyle>
            <a:lvl1pPr marL="7937" indent="0">
              <a:lnSpc>
                <a:spcPct val="120000"/>
              </a:lnSpc>
              <a:spcBef>
                <a:spcPts val="0"/>
              </a:spcBef>
              <a:buClr>
                <a:schemeClr val="bg2"/>
              </a:buClr>
              <a:buFont typeface="Arial" panose="020B0604020202020204" pitchFamily="34" charset="0"/>
              <a:buNone/>
              <a:tabLst/>
              <a:defRPr sz="1400" b="0" i="0">
                <a:solidFill>
                  <a:schemeClr val="tx1"/>
                </a:solidFill>
                <a:latin typeface="Arial" panose="020B0604020202020204" pitchFamily="34" charset="0"/>
                <a:cs typeface="Arial" panose="020B0604020202020204" pitchFamily="34" charset="0"/>
              </a:defRPr>
            </a:lvl1pPr>
            <a:lvl2pPr>
              <a:buClr>
                <a:schemeClr val="bg1">
                  <a:lumMod val="75000"/>
                </a:schemeClr>
              </a:buClr>
              <a:defRPr b="0" i="0">
                <a:latin typeface="Arial" panose="020B0604020202020204" pitchFamily="34" charset="0"/>
                <a:cs typeface="Arial" panose="020B0604020202020204" pitchFamily="34" charset="0"/>
              </a:defRPr>
            </a:lvl2pPr>
            <a:lvl3pPr>
              <a:buClr>
                <a:schemeClr val="bg1">
                  <a:lumMod val="75000"/>
                </a:schemeClr>
              </a:buClr>
              <a:defRPr b="0" i="0">
                <a:latin typeface="Arial" panose="020B0604020202020204" pitchFamily="34" charset="0"/>
                <a:cs typeface="Arial" panose="020B0604020202020204" pitchFamily="34" charset="0"/>
              </a:defRPr>
            </a:lvl3pPr>
            <a:lvl4pPr>
              <a:buClr>
                <a:schemeClr val="bg1">
                  <a:lumMod val="75000"/>
                </a:schemeClr>
              </a:buClr>
              <a:defRPr b="0" i="0">
                <a:latin typeface="Arial" panose="020B0604020202020204" pitchFamily="34" charset="0"/>
                <a:cs typeface="Arial" panose="020B0604020202020204" pitchFamily="34" charset="0"/>
              </a:defRPr>
            </a:lvl4pPr>
            <a:lvl5pPr>
              <a:buClr>
                <a:schemeClr val="bg1">
                  <a:lumMod val="75000"/>
                </a:schemeClr>
              </a:buClr>
              <a:defRPr b="0" i="0">
                <a:latin typeface="Arial" panose="020B0604020202020204" pitchFamily="34" charset="0"/>
                <a:cs typeface="Arial" panose="020B0604020202020204" pitchFamily="34" charset="0"/>
              </a:defRPr>
            </a:lvl5pPr>
          </a:lstStyle>
          <a:p>
            <a:pPr lvl="0"/>
            <a:r>
              <a:rPr lang="en-US"/>
              <a:t>Global Headquarters</a:t>
            </a:r>
          </a:p>
          <a:p>
            <a:pPr lvl="0"/>
            <a:r>
              <a:rPr lang="en-US"/>
              <a:t>33 S Wood Ave., 5th Floor</a:t>
            </a:r>
          </a:p>
          <a:p>
            <a:pPr lvl="0"/>
            <a:r>
              <a:rPr lang="en-US"/>
              <a:t>Iselin, NJ 08830</a:t>
            </a:r>
            <a:br>
              <a:rPr lang="en-US"/>
            </a:br>
            <a:r>
              <a:rPr lang="en-US"/>
              <a:t>+1.877.456.9922</a:t>
            </a:r>
            <a:br>
              <a:rPr lang="en-US"/>
            </a:br>
            <a:r>
              <a:rPr lang="en-US" err="1"/>
              <a:t>info@orioninc.com</a:t>
            </a:r>
            <a:r>
              <a:rPr lang="en-US"/>
              <a:t> </a:t>
            </a:r>
          </a:p>
          <a:p>
            <a:pPr lvl="0"/>
            <a:endParaRPr lang="en-US"/>
          </a:p>
        </p:txBody>
      </p:sp>
      <p:pic>
        <p:nvPicPr>
          <p:cNvPr id="4" name="Picture 3">
            <a:extLst>
              <a:ext uri="{FF2B5EF4-FFF2-40B4-BE49-F238E27FC236}">
                <a16:creationId xmlns:a16="http://schemas.microsoft.com/office/drawing/2014/main" id="{101F921E-1ACF-8082-C243-157B41C5D742}"/>
              </a:ext>
            </a:extLst>
          </p:cNvPr>
          <p:cNvPicPr>
            <a:picLocks noChangeAspect="1"/>
          </p:cNvPicPr>
          <p:nvPr/>
        </p:nvPicPr>
        <p:blipFill>
          <a:blip r:embed="rId2" cstate="screen">
            <a:duotone>
              <a:schemeClr val="bg2">
                <a:shade val="45000"/>
                <a:satMod val="135000"/>
              </a:schemeClr>
              <a:prstClr val="white"/>
            </a:duotone>
            <a:alphaModFix amt="40000"/>
            <a:extLst>
              <a:ext uri="{28A0092B-C50C-407E-A947-70E740481C1C}">
                <a14:useLocalDpi xmlns:a14="http://schemas.microsoft.com/office/drawing/2010/main"/>
              </a:ext>
            </a:extLst>
          </a:blip>
          <a:stretch>
            <a:fillRect/>
          </a:stretch>
        </p:blipFill>
        <p:spPr>
          <a:xfrm>
            <a:off x="11589025" y="253961"/>
            <a:ext cx="328735" cy="206415"/>
          </a:xfrm>
          <a:prstGeom prst="rect">
            <a:avLst/>
          </a:prstGeom>
        </p:spPr>
      </p:pic>
      <p:sp>
        <p:nvSpPr>
          <p:cNvPr id="5" name="Rectangle 4">
            <a:extLst>
              <a:ext uri="{FF2B5EF4-FFF2-40B4-BE49-F238E27FC236}">
                <a16:creationId xmlns:a16="http://schemas.microsoft.com/office/drawing/2014/main" id="{54790109-C748-0CDA-8478-EFF7F8330807}"/>
              </a:ext>
            </a:extLst>
          </p:cNvPr>
          <p:cNvSpPr/>
          <p:nvPr/>
        </p:nvSpPr>
        <p:spPr>
          <a:xfrm>
            <a:off x="609600" y="4636593"/>
            <a:ext cx="7326385" cy="1552080"/>
          </a:xfrm>
          <a:prstGeom prst="rect">
            <a:avLst/>
          </a:prstGeom>
        </p:spPr>
        <p:txBody>
          <a:bodyPr wrap="square" lIns="0" tIns="0" rIns="0" bIns="0" anchor="t">
            <a:noAutofit/>
          </a:bodyPr>
          <a:lstStyle/>
          <a:p>
            <a:pPr marL="8255" marR="0" lvl="0" indent="0" algn="l" defTabSz="914400" rtl="0" eaLnBrk="1" fontAlgn="auto" latinLnBrk="0" hangingPunct="1">
              <a:lnSpc>
                <a:spcPct val="100000"/>
              </a:lnSpc>
              <a:spcBef>
                <a:spcPts val="0"/>
              </a:spcBef>
              <a:spcAft>
                <a:spcPts val="800"/>
              </a:spcAft>
              <a:buClrTx/>
              <a:buSzTx/>
              <a:buFontTx/>
              <a:buNone/>
              <a:tabLst/>
              <a:defRPr/>
            </a:pPr>
            <a:r>
              <a:rPr kumimoji="0" lang="en-GB" sz="900" b="1" i="0" u="none" strike="noStrike" kern="1200" cap="none" spc="0" normalizeH="0" baseline="0" noProof="0">
                <a:ln>
                  <a:noFill/>
                </a:ln>
                <a:solidFill>
                  <a:srgbClr val="7F7F7F"/>
                </a:solidFill>
                <a:effectLst/>
                <a:uLnTx/>
                <a:uFillTx/>
                <a:latin typeface="Arial"/>
                <a:ea typeface="+mn-ea"/>
                <a:cs typeface="Arial"/>
              </a:rPr>
              <a:t>Disclaimer: </a:t>
            </a:r>
            <a:r>
              <a:rPr kumimoji="0" lang="en-GB" sz="900" b="0" i="0" u="none" strike="noStrike" kern="1200" cap="none" spc="0" normalizeH="0" baseline="0" noProof="0">
                <a:ln>
                  <a:noFill/>
                </a:ln>
                <a:solidFill>
                  <a:srgbClr val="7F7F7F"/>
                </a:solidFill>
                <a:effectLst/>
                <a:uLnTx/>
                <a:uFillTx/>
                <a:latin typeface="Arial"/>
                <a:ea typeface="+mn-ea"/>
                <a:cs typeface="Arial"/>
              </a:rPr>
              <a:t>This document is for informational purposes only and is subject to change without notice. This document and its content herein are believed to be accurate as of its date of publication. However, Orion Systems Integrators, LLC (herein referred as Orion) makes no guarantee, representations or warranties with regard to the enclosed information and specifically disclaims the implied warranties of fitness for a particular purpose and merchantability. As each user of Orion services is likely to be unique in their requirements in the use of such software solutions and their business processes, users of this document are always advised to discuss the content of this document with their Orion representatives. </a:t>
            </a:r>
          </a:p>
          <a:p>
            <a:pPr marL="8255" marR="0" lvl="0" indent="0" algn="l" defTabSz="914400" rtl="0" eaLnBrk="1" fontAlgn="auto" latinLnBrk="0" hangingPunct="1">
              <a:lnSpc>
                <a:spcPct val="100000"/>
              </a:lnSpc>
              <a:spcBef>
                <a:spcPts val="0"/>
              </a:spcBef>
              <a:spcAft>
                <a:spcPts val="800"/>
              </a:spcAft>
              <a:buClrTx/>
              <a:buSzTx/>
              <a:buFontTx/>
              <a:buNone/>
              <a:tabLst/>
              <a:defRPr/>
            </a:pPr>
            <a:r>
              <a:rPr kumimoji="0" lang="en-GB" sz="900" b="0" i="0" u="none" strike="noStrike" kern="1200" cap="none" spc="0" normalizeH="0" baseline="0" noProof="0">
                <a:ln>
                  <a:noFill/>
                </a:ln>
                <a:solidFill>
                  <a:srgbClr val="7F7F7F"/>
                </a:solidFill>
                <a:effectLst/>
                <a:uLnTx/>
                <a:uFillTx/>
                <a:latin typeface="Arial"/>
                <a:ea typeface="+mn-ea"/>
                <a:cs typeface="Arial"/>
              </a:rPr>
              <a:t>Orion</a:t>
            </a:r>
            <a:r>
              <a:rPr kumimoji="0" lang="en-GB" sz="900" b="0" i="0" u="none" strike="noStrike" kern="1200" cap="none" spc="0" normalizeH="0" baseline="30000" noProof="0">
                <a:ln>
                  <a:noFill/>
                </a:ln>
                <a:solidFill>
                  <a:srgbClr val="7F7F7F"/>
                </a:solidFill>
                <a:effectLst/>
                <a:uLnTx/>
                <a:uFillTx/>
                <a:latin typeface="Arial"/>
                <a:ea typeface="+mn-ea"/>
                <a:cs typeface="Arial"/>
              </a:rPr>
              <a:t>SM</a:t>
            </a:r>
            <a:r>
              <a:rPr kumimoji="0" lang="en-GB" sz="900" b="0" i="0" u="none" strike="noStrike" kern="1200" cap="none" spc="0" normalizeH="0" baseline="0" noProof="0">
                <a:ln>
                  <a:noFill/>
                </a:ln>
                <a:solidFill>
                  <a:srgbClr val="7F7F7F"/>
                </a:solidFill>
                <a:effectLst/>
                <a:uLnTx/>
                <a:uFillTx/>
                <a:latin typeface="Arial"/>
                <a:ea typeface="+mn-ea"/>
                <a:cs typeface="Arial"/>
              </a:rPr>
              <a:t>, Orion Innovation</a:t>
            </a:r>
            <a:r>
              <a:rPr kumimoji="0" lang="en-GB" sz="900" b="0" i="0" u="none" strike="noStrike" kern="1200" cap="none" spc="0" normalizeH="0" baseline="30000" noProof="0">
                <a:ln>
                  <a:noFill/>
                </a:ln>
                <a:solidFill>
                  <a:srgbClr val="7F7F7F"/>
                </a:solidFill>
                <a:effectLst/>
                <a:uLnTx/>
                <a:uFillTx/>
                <a:latin typeface="Arial"/>
                <a:ea typeface="+mn-ea"/>
                <a:cs typeface="Arial"/>
              </a:rPr>
              <a:t>®</a:t>
            </a:r>
            <a:r>
              <a:rPr kumimoji="0" lang="en-GB" sz="900" b="0" i="0" u="none" strike="noStrike" kern="1200" cap="none" spc="0" normalizeH="0" baseline="0" noProof="0">
                <a:ln>
                  <a:noFill/>
                </a:ln>
                <a:solidFill>
                  <a:srgbClr val="7F7F7F"/>
                </a:solidFill>
                <a:effectLst/>
                <a:uLnTx/>
                <a:uFillTx/>
                <a:latin typeface="Arial"/>
                <a:ea typeface="+mn-ea"/>
                <a:cs typeface="Arial"/>
              </a:rPr>
              <a:t>, OI Orion Innovation</a:t>
            </a:r>
            <a:r>
              <a:rPr kumimoji="0" lang="en-GB" sz="900" b="0" i="0" u="none" strike="noStrike" kern="1200" cap="none" spc="0" normalizeH="0" baseline="30000" noProof="0">
                <a:ln>
                  <a:noFill/>
                </a:ln>
                <a:solidFill>
                  <a:srgbClr val="7F7F7F"/>
                </a:solidFill>
                <a:effectLst/>
                <a:uLnTx/>
                <a:uFillTx/>
                <a:latin typeface="Arial"/>
                <a:ea typeface="+mn-ea"/>
                <a:cs typeface="Arial"/>
              </a:rPr>
              <a:t>®</a:t>
            </a:r>
            <a:r>
              <a:rPr kumimoji="0" lang="en-GB" sz="900" b="0" i="0" u="none" strike="noStrike" kern="1200" cap="none" spc="0" normalizeH="0" baseline="0" noProof="0">
                <a:ln>
                  <a:noFill/>
                </a:ln>
                <a:solidFill>
                  <a:srgbClr val="7F7F7F"/>
                </a:solidFill>
                <a:effectLst/>
                <a:uLnTx/>
                <a:uFillTx/>
                <a:latin typeface="Arial"/>
                <a:ea typeface="+mn-ea"/>
                <a:cs typeface="Arial"/>
              </a:rPr>
              <a:t> logo, and the O</a:t>
            </a:r>
            <a:r>
              <a:rPr kumimoji="0" lang="en-GB" sz="900" b="1" i="0" u="none" strike="noStrike" kern="1200" cap="none" spc="0" normalizeH="0" baseline="0" noProof="0">
                <a:ln>
                  <a:noFill/>
                </a:ln>
                <a:solidFill>
                  <a:srgbClr val="7F7F7F"/>
                </a:solidFill>
                <a:effectLst/>
                <a:uLnTx/>
                <a:uFillTx/>
                <a:latin typeface="Arial"/>
                <a:ea typeface="+mn-ea"/>
                <a:cs typeface="Arial"/>
              </a:rPr>
              <a:t>/</a:t>
            </a:r>
            <a:r>
              <a:rPr kumimoji="0" lang="en-GB" sz="900" b="0" i="0" u="none" strike="noStrike" kern="1200" cap="none" spc="0" normalizeH="0" baseline="30000" noProof="0">
                <a:ln>
                  <a:noFill/>
                </a:ln>
                <a:solidFill>
                  <a:srgbClr val="7F7F7F"/>
                </a:solidFill>
                <a:effectLst/>
                <a:uLnTx/>
                <a:uFillTx/>
                <a:latin typeface="Arial"/>
                <a:ea typeface="+mn-ea"/>
                <a:cs typeface="Arial"/>
              </a:rPr>
              <a:t>SM </a:t>
            </a:r>
            <a:r>
              <a:rPr kumimoji="0" lang="en-GB" sz="900" b="0" i="0" u="none" strike="noStrike" kern="1200" cap="none" spc="0" normalizeH="0" baseline="0" noProof="0">
                <a:ln>
                  <a:noFill/>
                </a:ln>
                <a:solidFill>
                  <a:srgbClr val="7F7F7F"/>
                </a:solidFill>
                <a:effectLst/>
                <a:uLnTx/>
                <a:uFillTx/>
                <a:latin typeface="Arial"/>
                <a:ea typeface="+mn-ea"/>
                <a:cs typeface="Arial"/>
              </a:rPr>
              <a:t>logo are trademarks and/or service marks owned by Orion Systems Integrators, LLC. Certain of Orion’s trademarks and/or service marks are registered or the subject of U.S. or foreign applications. All other logos, trademarks, and service marks are the property of their respective owners and are used with permission.</a:t>
            </a:r>
          </a:p>
          <a:p>
            <a:pPr marL="8255" marR="0" lvl="0" indent="0" algn="l" defTabSz="914400" rtl="0" eaLnBrk="1" fontAlgn="auto" latinLnBrk="0" hangingPunct="1">
              <a:lnSpc>
                <a:spcPct val="100000"/>
              </a:lnSpc>
              <a:spcBef>
                <a:spcPts val="0"/>
              </a:spcBef>
              <a:spcAft>
                <a:spcPts val="800"/>
              </a:spcAft>
              <a:buClrTx/>
              <a:buSzTx/>
              <a:buFontTx/>
              <a:buNone/>
              <a:tabLst/>
              <a:defRPr/>
            </a:pPr>
            <a:r>
              <a:rPr kumimoji="0" lang="en-GB" sz="900" b="0" i="0" u="none" strike="noStrike" kern="1200" cap="none" spc="0" normalizeH="0" baseline="0" noProof="0">
                <a:ln>
                  <a:noFill/>
                </a:ln>
                <a:solidFill>
                  <a:srgbClr val="7F7F7F"/>
                </a:solidFill>
                <a:effectLst/>
                <a:uLnTx/>
                <a:uFillTx/>
                <a:latin typeface="Arial"/>
                <a:ea typeface="+mn-ea"/>
                <a:cs typeface="Arial"/>
              </a:rPr>
              <a:t>Copyright © 2026 Orion Systems Integrators, LLC. All Rights Reserved.</a:t>
            </a:r>
          </a:p>
        </p:txBody>
      </p:sp>
      <p:pic>
        <p:nvPicPr>
          <p:cNvPr id="9" name="Graphic 8">
            <a:extLst>
              <a:ext uri="{FF2B5EF4-FFF2-40B4-BE49-F238E27FC236}">
                <a16:creationId xmlns:a16="http://schemas.microsoft.com/office/drawing/2014/main" id="{765811EA-F4FC-C283-7A0E-71CF0F9F6204}"/>
              </a:ext>
            </a:extLst>
          </p:cNvPr>
          <p:cNvPicPr>
            <a:picLocks noChangeAspect="1"/>
          </p:cNvPicPr>
          <p:nvPr/>
        </p:nvPicPr>
        <p:blipFill>
          <a:blip>
            <a:lum bright="-100000"/>
            <a:extLst>
              <a:ext uri="{96DAC541-7B7A-43D3-8B79-37D633B846F1}">
                <asvg:svgBlip xmlns:asvg="http://schemas.microsoft.com/office/drawing/2016/SVG/main" r:embed="rId3"/>
              </a:ext>
            </a:extLst>
          </a:blip>
          <a:srcRect/>
          <a:stretch/>
        </p:blipFill>
        <p:spPr>
          <a:xfrm>
            <a:off x="640080" y="640080"/>
            <a:ext cx="1805981" cy="394749"/>
          </a:xfrm>
          <a:prstGeom prst="rect">
            <a:avLst/>
          </a:prstGeom>
        </p:spPr>
      </p:pic>
      <p:sp>
        <p:nvSpPr>
          <p:cNvPr id="15" name="TextBox 14">
            <a:extLst>
              <a:ext uri="{FF2B5EF4-FFF2-40B4-BE49-F238E27FC236}">
                <a16:creationId xmlns:a16="http://schemas.microsoft.com/office/drawing/2014/main" id="{2DBC412D-3E01-BD56-691E-4CD8C776D62C}"/>
              </a:ext>
            </a:extLst>
          </p:cNvPr>
          <p:cNvSpPr txBox="1"/>
          <p:nvPr/>
        </p:nvSpPr>
        <p:spPr>
          <a:xfrm>
            <a:off x="8926692" y="4623358"/>
            <a:ext cx="2796879" cy="1292662"/>
          </a:xfrm>
          <a:prstGeom prst="rect">
            <a:avLst/>
          </a:prstGeom>
          <a:noFill/>
        </p:spPr>
        <p:txBody>
          <a:bodyPr wrap="square" lIns="91440" tIns="45720" rIns="91440" bIns="45720" rtlCol="0" anchor="t">
            <a:spAutoFit/>
          </a:bodyPr>
          <a:lstStyle/>
          <a:p>
            <a:pPr marL="0" marR="0" lvl="0" indent="0" algn="l" defTabSz="685800" rtl="0" eaLnBrk="1" fontAlgn="auto" latinLnBrk="0" hangingPunct="1">
              <a:lnSpc>
                <a:spcPct val="100000"/>
              </a:lnSpc>
              <a:spcBef>
                <a:spcPts val="600"/>
              </a:spcBef>
              <a:spcAft>
                <a:spcPts val="600"/>
              </a:spcAft>
              <a:buClrTx/>
              <a:buSzTx/>
              <a:buFontTx/>
              <a:buNone/>
              <a:tabLst/>
              <a:defRPr/>
            </a:pPr>
            <a:r>
              <a:rPr kumimoji="0" lang="en-GB" sz="1200" b="0" i="0" u="none" strike="noStrike" kern="1200" cap="none" spc="0" normalizeH="0" baseline="0" noProof="0">
                <a:ln>
                  <a:noFill/>
                </a:ln>
                <a:solidFill>
                  <a:schemeClr val="tx1"/>
                </a:solidFill>
                <a:effectLst/>
                <a:uLnTx/>
                <a:uFillTx/>
                <a:latin typeface="Arial"/>
                <a:ea typeface="+mn-ea"/>
                <a:cs typeface="Arial"/>
                <a:hlinkClick r:id="rId4">
                  <a:extLst>
                    <a:ext uri="{A12FA001-AC4F-418D-AE19-62706E023703}">
                      <ahyp:hlinkClr xmlns:ahyp="http://schemas.microsoft.com/office/drawing/2018/hyperlinkcolor" val="tx"/>
                    </a:ext>
                  </a:extLst>
                </a:hlinkClick>
              </a:rPr>
              <a:t>www.orioninnovation.com</a:t>
            </a:r>
            <a:endParaRPr kumimoji="0" lang="en-GB" sz="1200" b="0" i="0" u="none" strike="noStrike" kern="1200" cap="none" spc="0" normalizeH="0" baseline="0" noProof="0">
              <a:ln>
                <a:noFill/>
              </a:ln>
              <a:solidFill>
                <a:schemeClr val="tx1"/>
              </a:solidFill>
              <a:effectLst/>
              <a:uLnTx/>
              <a:uFillTx/>
              <a:latin typeface="Arial"/>
              <a:ea typeface="+mn-ea"/>
              <a:cs typeface="Arial"/>
            </a:endParaRPr>
          </a:p>
          <a:p>
            <a:pPr marL="0" marR="0" lvl="0" indent="0" algn="l" defTabSz="685800" rtl="0" eaLnBrk="1" fontAlgn="auto" latinLnBrk="0" hangingPunct="1">
              <a:lnSpc>
                <a:spcPct val="100000"/>
              </a:lnSpc>
              <a:spcBef>
                <a:spcPts val="600"/>
              </a:spcBef>
              <a:spcAft>
                <a:spcPts val="600"/>
              </a:spcAft>
              <a:buClrTx/>
              <a:buSzTx/>
              <a:buFontTx/>
              <a:buNone/>
              <a:tabLst/>
              <a:defRPr/>
            </a:pPr>
            <a:r>
              <a:rPr kumimoji="0" lang="en-GB" sz="1200" b="0" i="0" u="none" strike="noStrike" kern="1200" cap="none" spc="0" normalizeH="0" baseline="0" noProof="0">
                <a:ln>
                  <a:noFill/>
                </a:ln>
                <a:solidFill>
                  <a:srgbClr val="000000"/>
                </a:solidFill>
                <a:effectLst/>
                <a:uLnTx/>
                <a:uFillTx/>
                <a:latin typeface="Arial"/>
                <a:ea typeface="+mn-ea"/>
                <a:cs typeface="Arial"/>
                <a:hlinkClick r:id="rId5">
                  <a:extLst>
                    <a:ext uri="{A12FA001-AC4F-418D-AE19-62706E023703}">
                      <ahyp:hlinkClr xmlns:ahyp="http://schemas.microsoft.com/office/drawing/2018/hyperlinkcolor" val="tx"/>
                    </a:ext>
                  </a:extLst>
                </a:hlinkClick>
              </a:rPr>
              <a:t>linkedin.com/company/orioninnovation</a:t>
            </a:r>
            <a:endParaRPr kumimoji="0" lang="en-GB" sz="1200" b="0" i="0" u="none" strike="noStrike" kern="1200" cap="none" spc="0" normalizeH="0" baseline="0" noProof="0">
              <a:ln>
                <a:noFill/>
              </a:ln>
              <a:solidFill>
                <a:srgbClr val="000000"/>
              </a:solidFill>
              <a:effectLst/>
              <a:uLnTx/>
              <a:uFillTx/>
              <a:latin typeface="Arial"/>
              <a:ea typeface="+mn-ea"/>
              <a:cs typeface="Arial"/>
            </a:endParaRPr>
          </a:p>
          <a:p>
            <a:pPr marL="0" marR="0" lvl="0" indent="0" algn="l" defTabSz="685800" rtl="0" eaLnBrk="1" fontAlgn="auto" latinLnBrk="0" hangingPunct="1">
              <a:lnSpc>
                <a:spcPct val="100000"/>
              </a:lnSpc>
              <a:spcBef>
                <a:spcPts val="600"/>
              </a:spcBef>
              <a:spcAft>
                <a:spcPts val="600"/>
              </a:spcAft>
              <a:buClrTx/>
              <a:buSzTx/>
              <a:buFontTx/>
              <a:buNone/>
              <a:tabLst/>
              <a:defRPr/>
            </a:pPr>
            <a:r>
              <a:rPr kumimoji="0" lang="en-GB" sz="1200" b="0" i="0" u="none" strike="noStrike" kern="1200" cap="none" spc="0" normalizeH="0" baseline="0" noProof="0">
                <a:ln>
                  <a:noFill/>
                </a:ln>
                <a:solidFill>
                  <a:schemeClr val="tx1"/>
                </a:solidFill>
                <a:effectLst/>
                <a:uLnTx/>
                <a:uFillTx/>
                <a:latin typeface="Arial"/>
                <a:ea typeface="+mn-ea"/>
                <a:cs typeface="Arial"/>
                <a:hlinkClick r:id="rId6">
                  <a:extLst>
                    <a:ext uri="{A12FA001-AC4F-418D-AE19-62706E023703}">
                      <ahyp:hlinkClr xmlns:ahyp="http://schemas.microsoft.com/office/drawing/2018/hyperlinkcolor" val="tx"/>
                    </a:ext>
                  </a:extLst>
                </a:hlinkClick>
              </a:rPr>
              <a:t>www.instagram.com/orion.innovation</a:t>
            </a:r>
            <a:endParaRPr kumimoji="0" lang="en-GB" sz="1200" b="0" i="0" u="none" strike="noStrike" kern="1200" cap="none" spc="0" normalizeH="0" baseline="0" noProof="0">
              <a:ln>
                <a:noFill/>
              </a:ln>
              <a:solidFill>
                <a:schemeClr val="tx1"/>
              </a:solidFill>
              <a:effectLst/>
              <a:uLnTx/>
              <a:uFillTx/>
              <a:latin typeface="Arial"/>
              <a:ea typeface="+mn-ea"/>
              <a:cs typeface="Arial"/>
            </a:endParaRPr>
          </a:p>
          <a:p>
            <a:pPr marL="0" marR="0" lvl="0" indent="0" algn="l" defTabSz="685800" rtl="0" eaLnBrk="1" fontAlgn="auto" latinLnBrk="0" hangingPunct="1">
              <a:lnSpc>
                <a:spcPct val="100000"/>
              </a:lnSpc>
              <a:spcBef>
                <a:spcPts val="600"/>
              </a:spcBef>
              <a:spcAft>
                <a:spcPts val="600"/>
              </a:spcAft>
              <a:buClrTx/>
              <a:buSzTx/>
              <a:buFontTx/>
              <a:buNone/>
              <a:tabLst/>
              <a:defRPr/>
            </a:pPr>
            <a:r>
              <a:rPr kumimoji="0" lang="en-GB" sz="1200" b="0" i="0" u="none" strike="noStrike" kern="1200" cap="none" spc="0" normalizeH="0" baseline="0" noProof="0">
                <a:ln>
                  <a:noFill/>
                </a:ln>
                <a:solidFill>
                  <a:srgbClr val="000000"/>
                </a:solidFill>
                <a:effectLst/>
                <a:uLnTx/>
                <a:uFillTx/>
                <a:latin typeface="Arial"/>
                <a:ea typeface="+mn-ea"/>
                <a:cs typeface="Arial"/>
                <a:hlinkClick r:id="rId7">
                  <a:extLst>
                    <a:ext uri="{A12FA001-AC4F-418D-AE19-62706E023703}">
                      <ahyp:hlinkClr xmlns:ahyp="http://schemas.microsoft.com/office/drawing/2018/hyperlinkcolor" val="tx"/>
                    </a:ext>
                  </a:extLst>
                </a:hlinkClick>
              </a:rPr>
              <a:t>x.com/CurrentlyOrion</a:t>
            </a:r>
            <a:endParaRPr kumimoji="0" lang="en-GB" sz="1200" b="0" i="0" u="none" strike="noStrike" kern="0" cap="none" spc="0" normalizeH="0" baseline="0" noProof="0">
              <a:ln>
                <a:noFill/>
              </a:ln>
              <a:solidFill>
                <a:srgbClr val="000000"/>
              </a:solidFill>
              <a:effectLst/>
              <a:uLnTx/>
              <a:uFillTx/>
              <a:latin typeface="Arial"/>
              <a:ea typeface="+mn-ea"/>
              <a:cs typeface="Arial"/>
            </a:endParaRPr>
          </a:p>
        </p:txBody>
      </p:sp>
      <p:pic>
        <p:nvPicPr>
          <p:cNvPr id="16" name="Picture 15" descr="Linkedin logo png, Linkedin icon transparent png 18930480 PNG">
            <a:extLst>
              <a:ext uri="{FF2B5EF4-FFF2-40B4-BE49-F238E27FC236}">
                <a16:creationId xmlns:a16="http://schemas.microsoft.com/office/drawing/2014/main" id="{14DEBB42-E32D-1F80-C7F6-EB28422002BC}"/>
              </a:ext>
            </a:extLst>
          </p:cNvPr>
          <p:cNvPicPr>
            <a:picLocks noChangeAspect="1"/>
          </p:cNvPicPr>
          <p:nvPr/>
        </p:nvPicPr>
        <p:blipFill>
          <a:blip r:embed="rId8"/>
          <a:stretch>
            <a:fillRect/>
          </a:stretch>
        </p:blipFill>
        <p:spPr>
          <a:xfrm>
            <a:off x="8684277" y="4944986"/>
            <a:ext cx="329423" cy="329423"/>
          </a:xfrm>
          <a:prstGeom prst="rect">
            <a:avLst/>
          </a:prstGeom>
        </p:spPr>
      </p:pic>
      <p:pic>
        <p:nvPicPr>
          <p:cNvPr id="3" name="Picture 2" descr="Instagram logo Images - Free Download ...">
            <a:extLst>
              <a:ext uri="{FF2B5EF4-FFF2-40B4-BE49-F238E27FC236}">
                <a16:creationId xmlns:a16="http://schemas.microsoft.com/office/drawing/2014/main" id="{9A4352E7-DD4C-74A0-2D68-B71A8ECA8445}"/>
              </a:ext>
            </a:extLst>
          </p:cNvPr>
          <p:cNvPicPr>
            <a:picLocks noChangeAspect="1"/>
          </p:cNvPicPr>
          <p:nvPr userDrawn="1"/>
        </p:nvPicPr>
        <p:blipFill>
          <a:blip r:embed="rId9"/>
          <a:srcRect l="11245" t="11067" r="11955" b="11067"/>
          <a:stretch>
            <a:fillRect/>
          </a:stretch>
        </p:blipFill>
        <p:spPr>
          <a:xfrm>
            <a:off x="8756587" y="5353892"/>
            <a:ext cx="184801" cy="187368"/>
          </a:xfrm>
          <a:prstGeom prst="roundRect">
            <a:avLst>
              <a:gd name="adj" fmla="val 18770"/>
            </a:avLst>
          </a:prstGeom>
        </p:spPr>
      </p:pic>
      <p:pic>
        <p:nvPicPr>
          <p:cNvPr id="10" name="Picture 9" descr="Website - Free web icons">
            <a:extLst>
              <a:ext uri="{FF2B5EF4-FFF2-40B4-BE49-F238E27FC236}">
                <a16:creationId xmlns:a16="http://schemas.microsoft.com/office/drawing/2014/main" id="{2A984760-D481-2F3B-8818-5A11592F296E}"/>
              </a:ext>
            </a:extLst>
          </p:cNvPr>
          <p:cNvPicPr>
            <a:picLocks noChangeAspect="1"/>
          </p:cNvPicPr>
          <p:nvPr userDrawn="1"/>
        </p:nvPicPr>
        <p:blipFill>
          <a:blip r:embed="rId10"/>
          <a:stretch>
            <a:fillRect/>
          </a:stretch>
        </p:blipFill>
        <p:spPr>
          <a:xfrm>
            <a:off x="8739068" y="4664454"/>
            <a:ext cx="218665" cy="218665"/>
          </a:xfrm>
          <a:prstGeom prst="rect">
            <a:avLst/>
          </a:prstGeom>
        </p:spPr>
      </p:pic>
      <p:pic>
        <p:nvPicPr>
          <p:cNvPr id="11" name="Picture 10" descr="File:X icon.svg - Wikimedia Commons">
            <a:extLst>
              <a:ext uri="{FF2B5EF4-FFF2-40B4-BE49-F238E27FC236}">
                <a16:creationId xmlns:a16="http://schemas.microsoft.com/office/drawing/2014/main" id="{786E8E88-AA37-E300-8278-7A04F6116236}"/>
              </a:ext>
            </a:extLst>
          </p:cNvPr>
          <p:cNvPicPr>
            <a:picLocks noChangeAspect="1"/>
          </p:cNvPicPr>
          <p:nvPr userDrawn="1"/>
        </p:nvPicPr>
        <p:blipFill>
          <a:blip r:embed="rId11"/>
          <a:stretch>
            <a:fillRect/>
          </a:stretch>
        </p:blipFill>
        <p:spPr>
          <a:xfrm>
            <a:off x="8746067" y="5669649"/>
            <a:ext cx="199055" cy="199055"/>
          </a:xfrm>
          <a:prstGeom prst="rect">
            <a:avLst/>
          </a:prstGeom>
        </p:spPr>
      </p:pic>
    </p:spTree>
    <p:extLst>
      <p:ext uri="{BB962C8B-B14F-4D97-AF65-F5344CB8AC3E}">
        <p14:creationId xmlns:p14="http://schemas.microsoft.com/office/powerpoint/2010/main" val="164580015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Final Slide - Black">
    <p:bg>
      <p:bgPr>
        <a:solidFill>
          <a:schemeClr val="tx1"/>
        </a:solidFill>
        <a:effectLst/>
      </p:bgPr>
    </p:bg>
    <p:spTree>
      <p:nvGrpSpPr>
        <p:cNvPr id="1" name="Shape 186"/>
        <p:cNvGrpSpPr/>
        <p:nvPr/>
      </p:nvGrpSpPr>
      <p:grpSpPr>
        <a:xfrm>
          <a:off x="0" y="0"/>
          <a:ext cx="0" cy="0"/>
          <a:chOff x="0" y="0"/>
          <a:chExt cx="0" cy="0"/>
        </a:xfrm>
      </p:grpSpPr>
      <p:sp>
        <p:nvSpPr>
          <p:cNvPr id="7" name="TextBox 6"/>
          <p:cNvSpPr txBox="1"/>
          <p:nvPr/>
        </p:nvSpPr>
        <p:spPr>
          <a:xfrm>
            <a:off x="11455676" y="6503590"/>
            <a:ext cx="361950" cy="118494"/>
          </a:xfrm>
          <a:prstGeom prst="rect">
            <a:avLst/>
          </a:prstGeom>
          <a:noFill/>
          <a:ln>
            <a:noFill/>
          </a:ln>
        </p:spPr>
        <p:txBody>
          <a:bodyPr wrap="square" lIns="0" tIns="0" rIns="0" bIns="0" rtlCol="0" anchor="b">
            <a:noAutofit/>
          </a:bodyPr>
          <a:lstStyle/>
          <a:p>
            <a:pPr algn="r">
              <a:lnSpc>
                <a:spcPct val="110000"/>
              </a:lnSpc>
              <a:spcBef>
                <a:spcPts val="200"/>
              </a:spcBef>
              <a:spcAft>
                <a:spcPts val="200"/>
              </a:spcAft>
            </a:pPr>
            <a:fld id="{D1FE7051-C049-4E6F-B90E-DEDE110316C9}" type="slidenum">
              <a:rPr lang="en-US" sz="700" smtClean="0">
                <a:solidFill>
                  <a:srgbClr val="898989"/>
                </a:solidFill>
              </a:rPr>
              <a:pPr algn="r">
                <a:lnSpc>
                  <a:spcPct val="110000"/>
                </a:lnSpc>
                <a:spcBef>
                  <a:spcPts val="200"/>
                </a:spcBef>
                <a:spcAft>
                  <a:spcPts val="200"/>
                </a:spcAft>
              </a:pPr>
              <a:t>‹#›</a:t>
            </a:fld>
            <a:endParaRPr lang="en-US" sz="700">
              <a:solidFill>
                <a:srgbClr val="898989"/>
              </a:solidFill>
            </a:endParaRPr>
          </a:p>
        </p:txBody>
      </p:sp>
      <p:sp>
        <p:nvSpPr>
          <p:cNvPr id="6" name="Text Placeholder 2">
            <a:extLst>
              <a:ext uri="{FF2B5EF4-FFF2-40B4-BE49-F238E27FC236}">
                <a16:creationId xmlns:a16="http://schemas.microsoft.com/office/drawing/2014/main" id="{9D535178-0C9A-2F44-8057-64ED548EEC7C}"/>
              </a:ext>
            </a:extLst>
          </p:cNvPr>
          <p:cNvSpPr>
            <a:spLocks noGrp="1"/>
          </p:cNvSpPr>
          <p:nvPr>
            <p:ph type="body" sz="quarter" idx="17" hasCustomPrompt="1"/>
          </p:nvPr>
        </p:nvSpPr>
        <p:spPr>
          <a:xfrm>
            <a:off x="609600" y="1576678"/>
            <a:ext cx="10972800" cy="822960"/>
          </a:xfrm>
          <a:prstGeom prst="rect">
            <a:avLst/>
          </a:prstGeom>
        </p:spPr>
        <p:txBody>
          <a:bodyPr vert="horz" lIns="0" tIns="0" rIns="0" bIns="0" rtlCol="0" anchor="b" anchorCtr="0">
            <a:noAutofit/>
          </a:bodyPr>
          <a:lstStyle>
            <a:lvl1pPr>
              <a:defRPr lang="en-US" sz="6000" b="1" spc="-200" baseline="0" dirty="0">
                <a:gradFill flip="none" rotWithShape="1">
                  <a:gsLst>
                    <a:gs pos="70000">
                      <a:srgbClr val="7E18BE"/>
                    </a:gs>
                    <a:gs pos="0">
                      <a:srgbClr val="0084FF"/>
                    </a:gs>
                    <a:gs pos="100000">
                      <a:srgbClr val="FF5E86"/>
                    </a:gs>
                  </a:gsLst>
                  <a:lin ang="0" scaled="1"/>
                  <a:tileRect/>
                </a:gradFill>
                <a:latin typeface="Arial" panose="020B0604020202020204" pitchFamily="34" charset="0"/>
                <a:ea typeface="Tahoma" panose="020B0604030504040204" pitchFamily="34" charset="0"/>
              </a:defRPr>
            </a:lvl1pPr>
          </a:lstStyle>
          <a:p>
            <a:pPr marL="0" lvl="0">
              <a:lnSpc>
                <a:spcPct val="100000"/>
              </a:lnSpc>
              <a:spcBef>
                <a:spcPts val="0"/>
              </a:spcBef>
              <a:spcAft>
                <a:spcPts val="800"/>
              </a:spcAft>
              <a:buClr>
                <a:srgbClr val="FFFFFF"/>
              </a:buClr>
              <a:buSzPct val="100000"/>
            </a:pPr>
            <a:r>
              <a:rPr lang="en-US"/>
              <a:t>Thank You</a:t>
            </a:r>
          </a:p>
        </p:txBody>
      </p:sp>
      <p:sp>
        <p:nvSpPr>
          <p:cNvPr id="8" name="Rectangle 7"/>
          <p:cNvSpPr/>
          <p:nvPr/>
        </p:nvSpPr>
        <p:spPr>
          <a:xfrm>
            <a:off x="609600" y="6514362"/>
            <a:ext cx="1110882" cy="107722"/>
          </a:xfrm>
          <a:prstGeom prst="rect">
            <a:avLst/>
          </a:prstGeom>
        </p:spPr>
        <p:txBody>
          <a:bodyPr wrap="none" lIns="0" tIns="0" rIns="0" bIns="0" anchor="b">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a:ln>
                  <a:noFill/>
                </a:ln>
                <a:solidFill>
                  <a:srgbClr val="000000">
                    <a:tint val="75000"/>
                  </a:srgbClr>
                </a:solidFill>
                <a:effectLst/>
                <a:uLnTx/>
                <a:uFillTx/>
                <a:latin typeface="Arial" panose="020B0604020202020204" pitchFamily="34" charset="0"/>
                <a:cs typeface="Arial" panose="020B0604020202020204" pitchFamily="34" charset="0"/>
              </a:rPr>
              <a:t>Proprietary and Confidential</a:t>
            </a:r>
          </a:p>
        </p:txBody>
      </p:sp>
      <p:sp>
        <p:nvSpPr>
          <p:cNvPr id="2" name="Text Placeholder 4">
            <a:extLst>
              <a:ext uri="{FF2B5EF4-FFF2-40B4-BE49-F238E27FC236}">
                <a16:creationId xmlns:a16="http://schemas.microsoft.com/office/drawing/2014/main" id="{BD4C0092-F7F0-5342-87F2-01D44BC7018D}"/>
              </a:ext>
            </a:extLst>
          </p:cNvPr>
          <p:cNvSpPr>
            <a:spLocks noGrp="1"/>
          </p:cNvSpPr>
          <p:nvPr>
            <p:ph type="body" sz="quarter" idx="13"/>
          </p:nvPr>
        </p:nvSpPr>
        <p:spPr>
          <a:xfrm>
            <a:off x="609600" y="2755806"/>
            <a:ext cx="10972800" cy="1555097"/>
          </a:xfrm>
          <a:prstGeom prst="rect">
            <a:avLst/>
          </a:prstGeom>
        </p:spPr>
        <p:txBody>
          <a:bodyPr>
            <a:noAutofit/>
          </a:bodyPr>
          <a:lstStyle>
            <a:lvl1pPr marL="7937" indent="0">
              <a:lnSpc>
                <a:spcPct val="120000"/>
              </a:lnSpc>
              <a:spcBef>
                <a:spcPts val="0"/>
              </a:spcBef>
              <a:buClr>
                <a:schemeClr val="bg2"/>
              </a:buClr>
              <a:buFont typeface="Arial" panose="020B0604020202020204" pitchFamily="34" charset="0"/>
              <a:buNone/>
              <a:tabLst/>
              <a:defRPr sz="1400" b="0" i="0">
                <a:solidFill>
                  <a:schemeClr val="bg1"/>
                </a:solidFill>
                <a:latin typeface="Arial" panose="020B0604020202020204" pitchFamily="34" charset="0"/>
                <a:cs typeface="Arial" panose="020B0604020202020204" pitchFamily="34" charset="0"/>
              </a:defRPr>
            </a:lvl1pPr>
            <a:lvl2pPr>
              <a:buClr>
                <a:schemeClr val="bg1">
                  <a:lumMod val="75000"/>
                </a:schemeClr>
              </a:buClr>
              <a:defRPr b="0" i="0">
                <a:latin typeface="Arial" panose="020B0604020202020204" pitchFamily="34" charset="0"/>
                <a:cs typeface="Arial" panose="020B0604020202020204" pitchFamily="34" charset="0"/>
              </a:defRPr>
            </a:lvl2pPr>
            <a:lvl3pPr>
              <a:buClr>
                <a:schemeClr val="bg1">
                  <a:lumMod val="75000"/>
                </a:schemeClr>
              </a:buClr>
              <a:defRPr b="0" i="0">
                <a:latin typeface="Arial" panose="020B0604020202020204" pitchFamily="34" charset="0"/>
                <a:cs typeface="Arial" panose="020B0604020202020204" pitchFamily="34" charset="0"/>
              </a:defRPr>
            </a:lvl3pPr>
            <a:lvl4pPr>
              <a:buClr>
                <a:schemeClr val="bg1">
                  <a:lumMod val="75000"/>
                </a:schemeClr>
              </a:buClr>
              <a:defRPr b="0" i="0">
                <a:latin typeface="Arial" panose="020B0604020202020204" pitchFamily="34" charset="0"/>
                <a:cs typeface="Arial" panose="020B0604020202020204" pitchFamily="34" charset="0"/>
              </a:defRPr>
            </a:lvl4pPr>
            <a:lvl5pPr>
              <a:buClr>
                <a:schemeClr val="bg1">
                  <a:lumMod val="75000"/>
                </a:schemeClr>
              </a:buClr>
              <a:defRPr b="0" i="0">
                <a:latin typeface="Arial" panose="020B0604020202020204" pitchFamily="34" charset="0"/>
                <a:cs typeface="Arial" panose="020B0604020202020204" pitchFamily="34" charset="0"/>
              </a:defRPr>
            </a:lvl5pPr>
          </a:lstStyle>
          <a:p>
            <a:pPr lvl="0"/>
            <a:r>
              <a:rPr lang="en-US"/>
              <a:t>Click to edit Master text styles</a:t>
            </a:r>
          </a:p>
        </p:txBody>
      </p:sp>
      <p:pic>
        <p:nvPicPr>
          <p:cNvPr id="4" name="Picture 3">
            <a:extLst>
              <a:ext uri="{FF2B5EF4-FFF2-40B4-BE49-F238E27FC236}">
                <a16:creationId xmlns:a16="http://schemas.microsoft.com/office/drawing/2014/main" id="{101F921E-1ACF-8082-C243-157B41C5D742}"/>
              </a:ext>
            </a:extLst>
          </p:cNvPr>
          <p:cNvPicPr>
            <a:picLocks noChangeAspect="1"/>
          </p:cNvPicPr>
          <p:nvPr/>
        </p:nvPicPr>
        <p:blipFill>
          <a:blip r:embed="rId2" cstate="screen">
            <a:duotone>
              <a:schemeClr val="bg2">
                <a:shade val="45000"/>
                <a:satMod val="135000"/>
              </a:schemeClr>
              <a:prstClr val="white"/>
            </a:duotone>
            <a:alphaModFix amt="40000"/>
            <a:extLst>
              <a:ext uri="{28A0092B-C50C-407E-A947-70E740481C1C}">
                <a14:useLocalDpi xmlns:a14="http://schemas.microsoft.com/office/drawing/2010/main"/>
              </a:ext>
            </a:extLst>
          </a:blip>
          <a:stretch>
            <a:fillRect/>
          </a:stretch>
        </p:blipFill>
        <p:spPr>
          <a:xfrm>
            <a:off x="11589025" y="253961"/>
            <a:ext cx="328735" cy="206415"/>
          </a:xfrm>
          <a:prstGeom prst="rect">
            <a:avLst/>
          </a:prstGeom>
        </p:spPr>
      </p:pic>
      <p:sp>
        <p:nvSpPr>
          <p:cNvPr id="5" name="Rectangle 4">
            <a:extLst>
              <a:ext uri="{FF2B5EF4-FFF2-40B4-BE49-F238E27FC236}">
                <a16:creationId xmlns:a16="http://schemas.microsoft.com/office/drawing/2014/main" id="{54790109-C748-0CDA-8478-EFF7F8330807}"/>
              </a:ext>
            </a:extLst>
          </p:cNvPr>
          <p:cNvSpPr/>
          <p:nvPr/>
        </p:nvSpPr>
        <p:spPr>
          <a:xfrm>
            <a:off x="609600" y="4636593"/>
            <a:ext cx="7326385" cy="1552080"/>
          </a:xfrm>
          <a:prstGeom prst="rect">
            <a:avLst/>
          </a:prstGeom>
        </p:spPr>
        <p:txBody>
          <a:bodyPr wrap="square" lIns="0" tIns="0" rIns="0" bIns="0" anchor="t">
            <a:noAutofit/>
          </a:bodyPr>
          <a:lstStyle/>
          <a:p>
            <a:pPr marL="8255" marR="0" lvl="0" indent="0" algn="l" defTabSz="914400" rtl="0" eaLnBrk="1" fontAlgn="auto" latinLnBrk="0" hangingPunct="1">
              <a:lnSpc>
                <a:spcPct val="100000"/>
              </a:lnSpc>
              <a:spcBef>
                <a:spcPts val="0"/>
              </a:spcBef>
              <a:spcAft>
                <a:spcPts val="800"/>
              </a:spcAft>
              <a:buClrTx/>
              <a:buSzTx/>
              <a:buFontTx/>
              <a:buNone/>
              <a:tabLst/>
              <a:defRPr/>
            </a:pPr>
            <a:r>
              <a:rPr kumimoji="0" lang="en-GB" sz="900" b="1" i="0" u="none" strike="noStrike" kern="1200" cap="none" spc="0" normalizeH="0" baseline="0" noProof="0">
                <a:ln>
                  <a:noFill/>
                </a:ln>
                <a:solidFill>
                  <a:srgbClr val="7F7F7F"/>
                </a:solidFill>
                <a:effectLst/>
                <a:uLnTx/>
                <a:uFillTx/>
                <a:latin typeface="Arial"/>
                <a:ea typeface="+mn-ea"/>
                <a:cs typeface="Arial"/>
              </a:rPr>
              <a:t>Disclaimer: </a:t>
            </a:r>
            <a:r>
              <a:rPr kumimoji="0" lang="en-GB" sz="900" b="0" i="0" u="none" strike="noStrike" kern="1200" cap="none" spc="0" normalizeH="0" baseline="0" noProof="0">
                <a:ln>
                  <a:noFill/>
                </a:ln>
                <a:solidFill>
                  <a:srgbClr val="7F7F7F"/>
                </a:solidFill>
                <a:effectLst/>
                <a:uLnTx/>
                <a:uFillTx/>
                <a:latin typeface="Arial"/>
                <a:ea typeface="+mn-ea"/>
                <a:cs typeface="Arial"/>
              </a:rPr>
              <a:t>This document is for informational purposes only and is subject to change without notice. This document and its content herein are believed to be accurate as of its date of publication. However, Orion Systems Integrators, LLC (herein referred as Orion) makes no guarantee, representations or warranties with regard to the enclosed information and specifically disclaims the implied warranties of fitness for a particular purpose and merchantability. As each user of Orion services is likely to be unique in their requirements in the use of such software solutions and their business processes, users of this document are always advised to discuss the content of this document with their Orion representatives. </a:t>
            </a:r>
          </a:p>
          <a:p>
            <a:pPr marL="8255" marR="0" lvl="0" indent="0" algn="l" defTabSz="914400" rtl="0" eaLnBrk="1" fontAlgn="auto" latinLnBrk="0" hangingPunct="1">
              <a:lnSpc>
                <a:spcPct val="100000"/>
              </a:lnSpc>
              <a:spcBef>
                <a:spcPts val="0"/>
              </a:spcBef>
              <a:spcAft>
                <a:spcPts val="800"/>
              </a:spcAft>
              <a:buClrTx/>
              <a:buSzTx/>
              <a:buFontTx/>
              <a:buNone/>
              <a:tabLst/>
              <a:defRPr/>
            </a:pPr>
            <a:r>
              <a:rPr kumimoji="0" lang="en-GB" sz="900" b="0" i="0" u="none" strike="noStrike" kern="1200" cap="none" spc="0" normalizeH="0" baseline="0" noProof="0">
                <a:ln>
                  <a:noFill/>
                </a:ln>
                <a:solidFill>
                  <a:srgbClr val="7F7F7F"/>
                </a:solidFill>
                <a:effectLst/>
                <a:uLnTx/>
                <a:uFillTx/>
                <a:latin typeface="Arial"/>
                <a:ea typeface="+mn-ea"/>
                <a:cs typeface="Arial"/>
              </a:rPr>
              <a:t>Orion</a:t>
            </a:r>
            <a:r>
              <a:rPr kumimoji="0" lang="en-GB" sz="900" b="0" i="0" u="none" strike="noStrike" kern="1200" cap="none" spc="0" normalizeH="0" baseline="30000" noProof="0">
                <a:ln>
                  <a:noFill/>
                </a:ln>
                <a:solidFill>
                  <a:srgbClr val="7F7F7F"/>
                </a:solidFill>
                <a:effectLst/>
                <a:uLnTx/>
                <a:uFillTx/>
                <a:latin typeface="Arial"/>
                <a:ea typeface="+mn-ea"/>
                <a:cs typeface="Arial"/>
              </a:rPr>
              <a:t>SM</a:t>
            </a:r>
            <a:r>
              <a:rPr kumimoji="0" lang="en-GB" sz="900" b="0" i="0" u="none" strike="noStrike" kern="1200" cap="none" spc="0" normalizeH="0" baseline="0" noProof="0">
                <a:ln>
                  <a:noFill/>
                </a:ln>
                <a:solidFill>
                  <a:srgbClr val="7F7F7F"/>
                </a:solidFill>
                <a:effectLst/>
                <a:uLnTx/>
                <a:uFillTx/>
                <a:latin typeface="Arial"/>
                <a:ea typeface="+mn-ea"/>
                <a:cs typeface="Arial"/>
              </a:rPr>
              <a:t>, Orion Innovation</a:t>
            </a:r>
            <a:r>
              <a:rPr kumimoji="0" lang="en-GB" sz="900" b="0" i="0" u="none" strike="noStrike" kern="1200" cap="none" spc="0" normalizeH="0" baseline="30000" noProof="0">
                <a:ln>
                  <a:noFill/>
                </a:ln>
                <a:solidFill>
                  <a:srgbClr val="7F7F7F"/>
                </a:solidFill>
                <a:effectLst/>
                <a:uLnTx/>
                <a:uFillTx/>
                <a:latin typeface="Arial"/>
                <a:ea typeface="+mn-ea"/>
                <a:cs typeface="Arial"/>
              </a:rPr>
              <a:t>®</a:t>
            </a:r>
            <a:r>
              <a:rPr kumimoji="0" lang="en-GB" sz="900" b="0" i="0" u="none" strike="noStrike" kern="1200" cap="none" spc="0" normalizeH="0" baseline="0" noProof="0">
                <a:ln>
                  <a:noFill/>
                </a:ln>
                <a:solidFill>
                  <a:srgbClr val="7F7F7F"/>
                </a:solidFill>
                <a:effectLst/>
                <a:uLnTx/>
                <a:uFillTx/>
                <a:latin typeface="Arial"/>
                <a:ea typeface="+mn-ea"/>
                <a:cs typeface="Arial"/>
              </a:rPr>
              <a:t>, OI Orion Innovation</a:t>
            </a:r>
            <a:r>
              <a:rPr kumimoji="0" lang="en-GB" sz="900" b="0" i="0" u="none" strike="noStrike" kern="1200" cap="none" spc="0" normalizeH="0" baseline="30000" noProof="0">
                <a:ln>
                  <a:noFill/>
                </a:ln>
                <a:solidFill>
                  <a:srgbClr val="7F7F7F"/>
                </a:solidFill>
                <a:effectLst/>
                <a:uLnTx/>
                <a:uFillTx/>
                <a:latin typeface="Arial"/>
                <a:ea typeface="+mn-ea"/>
                <a:cs typeface="Arial"/>
              </a:rPr>
              <a:t>®</a:t>
            </a:r>
            <a:r>
              <a:rPr kumimoji="0" lang="en-GB" sz="900" b="0" i="0" u="none" strike="noStrike" kern="1200" cap="none" spc="0" normalizeH="0" baseline="0" noProof="0">
                <a:ln>
                  <a:noFill/>
                </a:ln>
                <a:solidFill>
                  <a:srgbClr val="7F7F7F"/>
                </a:solidFill>
                <a:effectLst/>
                <a:uLnTx/>
                <a:uFillTx/>
                <a:latin typeface="Arial"/>
                <a:ea typeface="+mn-ea"/>
                <a:cs typeface="Arial"/>
              </a:rPr>
              <a:t> logo, and the O</a:t>
            </a:r>
            <a:r>
              <a:rPr kumimoji="0" lang="en-GB" sz="900" b="1" i="0" u="none" strike="noStrike" kern="1200" cap="none" spc="0" normalizeH="0" baseline="0" noProof="0">
                <a:ln>
                  <a:noFill/>
                </a:ln>
                <a:solidFill>
                  <a:srgbClr val="7F7F7F"/>
                </a:solidFill>
                <a:effectLst/>
                <a:uLnTx/>
                <a:uFillTx/>
                <a:latin typeface="Arial"/>
                <a:ea typeface="+mn-ea"/>
                <a:cs typeface="Arial"/>
              </a:rPr>
              <a:t>/</a:t>
            </a:r>
            <a:r>
              <a:rPr kumimoji="0" lang="en-GB" sz="900" b="0" i="0" u="none" strike="noStrike" kern="1200" cap="none" spc="0" normalizeH="0" baseline="30000" noProof="0">
                <a:ln>
                  <a:noFill/>
                </a:ln>
                <a:solidFill>
                  <a:srgbClr val="7F7F7F"/>
                </a:solidFill>
                <a:effectLst/>
                <a:uLnTx/>
                <a:uFillTx/>
                <a:latin typeface="Arial"/>
                <a:ea typeface="+mn-ea"/>
                <a:cs typeface="Arial"/>
              </a:rPr>
              <a:t>SM </a:t>
            </a:r>
            <a:r>
              <a:rPr kumimoji="0" lang="en-GB" sz="900" b="0" i="0" u="none" strike="noStrike" kern="1200" cap="none" spc="0" normalizeH="0" baseline="0" noProof="0">
                <a:ln>
                  <a:noFill/>
                </a:ln>
                <a:solidFill>
                  <a:srgbClr val="7F7F7F"/>
                </a:solidFill>
                <a:effectLst/>
                <a:uLnTx/>
                <a:uFillTx/>
                <a:latin typeface="Arial"/>
                <a:ea typeface="+mn-ea"/>
                <a:cs typeface="Arial"/>
              </a:rPr>
              <a:t>logo are trademarks and/or service marks owned by Orion Systems Integrators, LLC. Certain of Orion’s trademarks and/or service marks are registered or the subject of U.S. or foreign applications. All other logos, trademarks, and service marks are the property of their respective owners and are used with permission.</a:t>
            </a:r>
          </a:p>
          <a:p>
            <a:pPr marL="8255" marR="0" lvl="0" indent="0" algn="l" defTabSz="914400" rtl="0" eaLnBrk="1" fontAlgn="auto" latinLnBrk="0" hangingPunct="1">
              <a:lnSpc>
                <a:spcPct val="100000"/>
              </a:lnSpc>
              <a:spcBef>
                <a:spcPts val="0"/>
              </a:spcBef>
              <a:spcAft>
                <a:spcPts val="800"/>
              </a:spcAft>
              <a:buClrTx/>
              <a:buSzTx/>
              <a:buFontTx/>
              <a:buNone/>
              <a:tabLst/>
              <a:defRPr/>
            </a:pPr>
            <a:r>
              <a:rPr kumimoji="0" lang="en-GB" sz="900" b="0" i="0" u="none" strike="noStrike" kern="1200" cap="none" spc="0" normalizeH="0" baseline="0" noProof="0">
                <a:ln>
                  <a:noFill/>
                </a:ln>
                <a:solidFill>
                  <a:srgbClr val="7F7F7F"/>
                </a:solidFill>
                <a:effectLst/>
                <a:uLnTx/>
                <a:uFillTx/>
                <a:latin typeface="Arial"/>
                <a:ea typeface="+mn-ea"/>
                <a:cs typeface="Arial"/>
              </a:rPr>
              <a:t>Copyright © 2026 Orion Systems Integrators, LLC. All Rights Reserved.</a:t>
            </a:r>
          </a:p>
        </p:txBody>
      </p:sp>
      <p:pic>
        <p:nvPicPr>
          <p:cNvPr id="9" name="Graphic 8">
            <a:extLst>
              <a:ext uri="{FF2B5EF4-FFF2-40B4-BE49-F238E27FC236}">
                <a16:creationId xmlns:a16="http://schemas.microsoft.com/office/drawing/2014/main" id="{765811EA-F4FC-C283-7A0E-71CF0F9F6204}"/>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640080" y="640080"/>
            <a:ext cx="1805981" cy="394749"/>
          </a:xfrm>
          <a:prstGeom prst="rect">
            <a:avLst/>
          </a:prstGeom>
        </p:spPr>
      </p:pic>
      <p:sp>
        <p:nvSpPr>
          <p:cNvPr id="19" name="TextBox 18">
            <a:extLst>
              <a:ext uri="{FF2B5EF4-FFF2-40B4-BE49-F238E27FC236}">
                <a16:creationId xmlns:a16="http://schemas.microsoft.com/office/drawing/2014/main" id="{7F5E76D2-F382-0592-682D-F58FCBC6BA5D}"/>
              </a:ext>
            </a:extLst>
          </p:cNvPr>
          <p:cNvSpPr txBox="1"/>
          <p:nvPr/>
        </p:nvSpPr>
        <p:spPr>
          <a:xfrm>
            <a:off x="8926692" y="4623358"/>
            <a:ext cx="2796879" cy="1323439"/>
          </a:xfrm>
          <a:prstGeom prst="rect">
            <a:avLst/>
          </a:prstGeom>
          <a:noFill/>
        </p:spPr>
        <p:txBody>
          <a:bodyPr wrap="square" lIns="91440" tIns="45720" rIns="91440" bIns="45720" rtlCol="0" anchor="t">
            <a:spAutoFit/>
          </a:bodyPr>
          <a:lstStyle/>
          <a:p>
            <a:pPr marL="0" marR="0" lvl="0" indent="0" algn="l" defTabSz="685800" rtl="0" eaLnBrk="1" fontAlgn="auto" latinLnBrk="0" hangingPunct="1">
              <a:lnSpc>
                <a:spcPct val="100000"/>
              </a:lnSpc>
              <a:spcBef>
                <a:spcPts val="600"/>
              </a:spcBef>
              <a:spcAft>
                <a:spcPts val="600"/>
              </a:spcAft>
              <a:buClrTx/>
              <a:buSzTx/>
              <a:buFontTx/>
              <a:buNone/>
              <a:tabLst/>
              <a:defRPr/>
            </a:pPr>
            <a:r>
              <a:rPr kumimoji="0" lang="en-GB" sz="1200" b="0" i="0" u="none" strike="noStrike" kern="1200" cap="none" spc="0" normalizeH="0" baseline="0" noProof="0">
                <a:ln>
                  <a:noFill/>
                </a:ln>
                <a:solidFill>
                  <a:schemeClr val="bg1"/>
                </a:solidFill>
                <a:effectLst/>
                <a:uLnTx/>
                <a:uFillTx/>
                <a:latin typeface="Arial"/>
                <a:ea typeface="+mn-ea"/>
                <a:cs typeface="Arial"/>
                <a:hlinkClick r:id="rId4">
                  <a:extLst>
                    <a:ext uri="{A12FA001-AC4F-418D-AE19-62706E023703}">
                      <ahyp:hlinkClr xmlns:ahyp="http://schemas.microsoft.com/office/drawing/2018/hyperlinkcolor" val="tx"/>
                    </a:ext>
                  </a:extLst>
                </a:hlinkClick>
              </a:rPr>
              <a:t>www.orioninnovation.com</a:t>
            </a:r>
            <a:endParaRPr kumimoji="0" lang="en-GB" sz="1200" b="0" i="0" u="none" strike="noStrike" kern="1200" cap="none" spc="0" normalizeH="0" baseline="0" noProof="0">
              <a:ln>
                <a:noFill/>
              </a:ln>
              <a:solidFill>
                <a:schemeClr val="bg1"/>
              </a:solidFill>
              <a:effectLst/>
              <a:uLnTx/>
              <a:uFillTx/>
              <a:latin typeface="Arial"/>
              <a:ea typeface="+mn-ea"/>
              <a:cs typeface="Arial"/>
            </a:endParaRPr>
          </a:p>
          <a:p>
            <a:pPr marL="0" marR="0" lvl="0" indent="0" algn="l" defTabSz="685800" rtl="0" eaLnBrk="1" fontAlgn="auto" latinLnBrk="0" hangingPunct="1">
              <a:lnSpc>
                <a:spcPct val="100000"/>
              </a:lnSpc>
              <a:spcBef>
                <a:spcPts val="600"/>
              </a:spcBef>
              <a:spcAft>
                <a:spcPts val="600"/>
              </a:spcAft>
              <a:buClrTx/>
              <a:buSzTx/>
              <a:buFontTx/>
              <a:buNone/>
              <a:tabLst/>
              <a:defRPr/>
            </a:pPr>
            <a:r>
              <a:rPr kumimoji="0" lang="en-GB" sz="1200" b="0" i="0" u="none" strike="noStrike" kern="1200" cap="none" spc="0" normalizeH="0" baseline="0" noProof="0">
                <a:ln>
                  <a:noFill/>
                </a:ln>
                <a:solidFill>
                  <a:schemeClr val="bg1"/>
                </a:solidFill>
                <a:effectLst/>
                <a:uLnTx/>
                <a:uFillTx/>
                <a:latin typeface="Arial"/>
                <a:ea typeface="+mn-ea"/>
                <a:cs typeface="Arial"/>
                <a:hlinkClick r:id="rId5">
                  <a:extLst>
                    <a:ext uri="{A12FA001-AC4F-418D-AE19-62706E023703}">
                      <ahyp:hlinkClr xmlns:ahyp="http://schemas.microsoft.com/office/drawing/2018/hyperlinkcolor" val="tx"/>
                    </a:ext>
                  </a:extLst>
                </a:hlinkClick>
              </a:rPr>
              <a:t>linkedin.com/company/orioninnovation</a:t>
            </a:r>
            <a:endParaRPr kumimoji="0" lang="en-GB" sz="1200" b="0" i="0" u="none" strike="noStrike" kern="1200" cap="none" spc="0" normalizeH="0" baseline="0" noProof="0">
              <a:ln>
                <a:noFill/>
              </a:ln>
              <a:solidFill>
                <a:schemeClr val="bg1"/>
              </a:solidFill>
              <a:effectLst/>
              <a:uLnTx/>
              <a:uFillTx/>
              <a:latin typeface="Arial"/>
              <a:ea typeface="+mn-ea"/>
              <a:cs typeface="Arial"/>
            </a:endParaRPr>
          </a:p>
          <a:p>
            <a:pPr marL="0" marR="0" lvl="0" indent="0" algn="l" defTabSz="685800" rtl="0" eaLnBrk="1" fontAlgn="auto" latinLnBrk="0" hangingPunct="1">
              <a:lnSpc>
                <a:spcPct val="100000"/>
              </a:lnSpc>
              <a:spcBef>
                <a:spcPts val="600"/>
              </a:spcBef>
              <a:spcAft>
                <a:spcPts val="600"/>
              </a:spcAft>
              <a:buClrTx/>
              <a:buSzTx/>
              <a:buFontTx/>
              <a:buNone/>
              <a:tabLst/>
              <a:defRPr/>
            </a:pPr>
            <a:r>
              <a:rPr kumimoji="0" lang="en-GB" sz="1200" b="0" i="0" u="none" strike="noStrike" kern="1200" cap="none" spc="0" normalizeH="0" baseline="0" noProof="0">
                <a:ln>
                  <a:noFill/>
                </a:ln>
                <a:solidFill>
                  <a:schemeClr val="bg1"/>
                </a:solidFill>
                <a:effectLst/>
                <a:uLnTx/>
                <a:uFillTx/>
                <a:latin typeface="Arial"/>
                <a:ea typeface="+mn-ea"/>
                <a:cs typeface="Arial"/>
                <a:hlinkClick r:id="rId6">
                  <a:extLst>
                    <a:ext uri="{A12FA001-AC4F-418D-AE19-62706E023703}">
                      <ahyp:hlinkClr xmlns:ahyp="http://schemas.microsoft.com/office/drawing/2018/hyperlinkcolor" val="tx"/>
                    </a:ext>
                  </a:extLst>
                </a:hlinkClick>
              </a:rPr>
              <a:t>www.instagram.com/orion.innovation</a:t>
            </a:r>
            <a:endParaRPr kumimoji="0" lang="en-GB" sz="1200" b="0" i="0" u="none" strike="noStrike" kern="1200" cap="none" spc="0" normalizeH="0" baseline="0" noProof="0">
              <a:ln>
                <a:noFill/>
              </a:ln>
              <a:solidFill>
                <a:schemeClr val="bg1"/>
              </a:solidFill>
              <a:effectLst/>
              <a:uLnTx/>
              <a:uFillTx/>
              <a:latin typeface="Arial"/>
              <a:ea typeface="+mn-ea"/>
              <a:cs typeface="Arial"/>
            </a:endParaRPr>
          </a:p>
          <a:p>
            <a:pPr marL="0" marR="0" lvl="0" indent="0" algn="l" defTabSz="685800" rtl="0" eaLnBrk="1" fontAlgn="auto" latinLnBrk="0" hangingPunct="1">
              <a:lnSpc>
                <a:spcPct val="100000"/>
              </a:lnSpc>
              <a:spcBef>
                <a:spcPts val="600"/>
              </a:spcBef>
              <a:spcAft>
                <a:spcPts val="600"/>
              </a:spcAft>
              <a:buClrTx/>
              <a:buSzTx/>
              <a:buFontTx/>
              <a:buNone/>
              <a:tabLst/>
              <a:defRPr/>
            </a:pPr>
            <a:r>
              <a:rPr kumimoji="0" lang="en-GB" sz="1200" b="0" i="0" u="none" strike="noStrike" kern="1200" cap="none" spc="0" normalizeH="0" baseline="0" noProof="0">
                <a:ln>
                  <a:noFill/>
                </a:ln>
                <a:solidFill>
                  <a:schemeClr val="bg1"/>
                </a:solidFill>
                <a:effectLst/>
                <a:uLnTx/>
                <a:uFillTx/>
                <a:latin typeface="Arial"/>
                <a:ea typeface="+mn-ea"/>
                <a:cs typeface="Arial"/>
                <a:hlinkClick r:id="rId7">
                  <a:extLst>
                    <a:ext uri="{A12FA001-AC4F-418D-AE19-62706E023703}">
                      <ahyp:hlinkClr xmlns:ahyp="http://schemas.microsoft.com/office/drawing/2018/hyperlinkcolor" val="tx"/>
                    </a:ext>
                  </a:extLst>
                </a:hlinkClick>
              </a:rPr>
              <a:t>x.com/CurrentlyOrion</a:t>
            </a:r>
            <a:endParaRPr kumimoji="0" lang="en-GB" sz="1200" b="0" i="0" u="none" strike="noStrike" kern="0" cap="none" spc="0" normalizeH="0" baseline="0" noProof="0">
              <a:ln>
                <a:noFill/>
              </a:ln>
              <a:solidFill>
                <a:schemeClr val="bg1"/>
              </a:solidFill>
              <a:effectLst/>
              <a:uLnTx/>
              <a:uFillTx/>
              <a:latin typeface="Arial"/>
              <a:ea typeface="+mn-ea"/>
              <a:cs typeface="Arial"/>
            </a:endParaRPr>
          </a:p>
        </p:txBody>
      </p:sp>
      <p:pic>
        <p:nvPicPr>
          <p:cNvPr id="23" name="Picture 22" descr="Website - Free web icons">
            <a:extLst>
              <a:ext uri="{FF2B5EF4-FFF2-40B4-BE49-F238E27FC236}">
                <a16:creationId xmlns:a16="http://schemas.microsoft.com/office/drawing/2014/main" id="{85DF9A9A-C543-35B7-2ED8-38EFD74BA7F3}"/>
              </a:ext>
            </a:extLst>
          </p:cNvPr>
          <p:cNvPicPr>
            <a:picLocks noChangeAspect="1"/>
          </p:cNvPicPr>
          <p:nvPr/>
        </p:nvPicPr>
        <p:blipFill>
          <a:blip r:embed="rId8">
            <a:extLst>
              <a:ext uri="{BEBA8EAE-BF5A-486C-A8C5-ECC9F3942E4B}">
                <a14:imgProps xmlns:a14="http://schemas.microsoft.com/office/drawing/2010/main">
                  <a14:imgLayer r:embed="rId9">
                    <a14:imgEffect>
                      <a14:brightnessContrast bright="100000"/>
                    </a14:imgEffect>
                  </a14:imgLayer>
                </a14:imgProps>
              </a:ext>
            </a:extLst>
          </a:blip>
          <a:stretch>
            <a:fillRect/>
          </a:stretch>
        </p:blipFill>
        <p:spPr>
          <a:xfrm>
            <a:off x="8738298" y="4664454"/>
            <a:ext cx="218665" cy="218665"/>
          </a:xfrm>
          <a:prstGeom prst="rect">
            <a:avLst/>
          </a:prstGeom>
        </p:spPr>
      </p:pic>
      <p:pic>
        <p:nvPicPr>
          <p:cNvPr id="24" name="Picture 23" descr="Linkedin - Free social media icons">
            <a:extLst>
              <a:ext uri="{FF2B5EF4-FFF2-40B4-BE49-F238E27FC236}">
                <a16:creationId xmlns:a16="http://schemas.microsoft.com/office/drawing/2014/main" id="{24F6F54C-527F-C0A6-28CD-314A2DB89878}"/>
              </a:ext>
            </a:extLst>
          </p:cNvPr>
          <p:cNvPicPr>
            <a:picLocks noChangeAspect="1"/>
          </p:cNvPicPr>
          <p:nvPr userDrawn="1"/>
        </p:nvPicPr>
        <p:blipFill>
          <a:blip r:embed="rId10">
            <a:extLst>
              <a:ext uri="{BEBA8EAE-BF5A-486C-A8C5-ECC9F3942E4B}">
                <a14:imgProps xmlns:a14="http://schemas.microsoft.com/office/drawing/2010/main">
                  <a14:imgLayer r:embed="rId11">
                    <a14:imgEffect>
                      <a14:brightnessContrast bright="100000"/>
                    </a14:imgEffect>
                  </a14:imgLayer>
                </a14:imgProps>
              </a:ext>
            </a:extLst>
          </a:blip>
          <a:stretch>
            <a:fillRect/>
          </a:stretch>
        </p:blipFill>
        <p:spPr>
          <a:xfrm>
            <a:off x="8749162" y="5005792"/>
            <a:ext cx="196936" cy="196936"/>
          </a:xfrm>
          <a:prstGeom prst="rect">
            <a:avLst/>
          </a:prstGeom>
        </p:spPr>
      </p:pic>
      <p:pic>
        <p:nvPicPr>
          <p:cNvPr id="25" name="Picture 24" descr="File:CIS-A2K Instagram Icon (Black).svg - Wikimedia Commons">
            <a:extLst>
              <a:ext uri="{FF2B5EF4-FFF2-40B4-BE49-F238E27FC236}">
                <a16:creationId xmlns:a16="http://schemas.microsoft.com/office/drawing/2014/main" id="{F380B0D0-4207-59F4-E678-A11C01D791D8}"/>
              </a:ext>
            </a:extLst>
          </p:cNvPr>
          <p:cNvPicPr>
            <a:picLocks noChangeAspect="1"/>
          </p:cNvPicPr>
          <p:nvPr userDrawn="1"/>
        </p:nvPicPr>
        <p:blipFill>
          <a:blip r:embed="rId12"/>
          <a:stretch>
            <a:fillRect/>
          </a:stretch>
        </p:blipFill>
        <p:spPr>
          <a:xfrm>
            <a:off x="8701083" y="5299211"/>
            <a:ext cx="293095" cy="293095"/>
          </a:xfrm>
          <a:prstGeom prst="rect">
            <a:avLst/>
          </a:prstGeom>
        </p:spPr>
      </p:pic>
      <p:pic>
        <p:nvPicPr>
          <p:cNvPr id="27" name="Picture 26" descr="Twitter x logo Images - Free Download on Freepik">
            <a:extLst>
              <a:ext uri="{FF2B5EF4-FFF2-40B4-BE49-F238E27FC236}">
                <a16:creationId xmlns:a16="http://schemas.microsoft.com/office/drawing/2014/main" id="{FBF43D94-D6E7-9636-C843-CE31B068483E}"/>
              </a:ext>
            </a:extLst>
          </p:cNvPr>
          <p:cNvPicPr>
            <a:picLocks noChangeAspect="1"/>
          </p:cNvPicPr>
          <p:nvPr userDrawn="1"/>
        </p:nvPicPr>
        <p:blipFill>
          <a:blip r:embed="rId13"/>
          <a:srcRect l="17325" t="17471" r="17848" b="17556"/>
          <a:stretch>
            <a:fillRect/>
          </a:stretch>
        </p:blipFill>
        <p:spPr>
          <a:xfrm>
            <a:off x="8759682" y="5686874"/>
            <a:ext cx="175897" cy="176294"/>
          </a:xfrm>
          <a:prstGeom prst="ellipse">
            <a:avLst/>
          </a:prstGeom>
          <a:ln w="3175">
            <a:solidFill>
              <a:schemeClr val="bg2"/>
            </a:solidFill>
          </a:ln>
        </p:spPr>
      </p:pic>
    </p:spTree>
    <p:extLst>
      <p:ext uri="{BB962C8B-B14F-4D97-AF65-F5344CB8AC3E}">
        <p14:creationId xmlns:p14="http://schemas.microsoft.com/office/powerpoint/2010/main" val="128183131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theme" Target="../theme/theme1.xml"/><Relationship Id="rId16" Type="http://schemas.openxmlformats.org/officeDocument/2006/relationships/image" Target="../media/image1.emf"/></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13" name="Footer Placeholder 12">
            <a:extLst>
              <a:ext uri="{FF2B5EF4-FFF2-40B4-BE49-F238E27FC236}">
                <a16:creationId xmlns:a16="http://schemas.microsoft.com/office/drawing/2014/main" id="{71F5A975-01B0-1E45-A56B-C68FA2410A50}"/>
              </a:ext>
            </a:extLst>
          </p:cNvPr>
          <p:cNvSpPr>
            <a:spLocks noGrp="1"/>
          </p:cNvSpPr>
          <p:nvPr>
            <p:ph type="ftr" sz="quarter" idx="3"/>
          </p:nvPr>
        </p:nvSpPr>
        <p:spPr>
          <a:xfrm>
            <a:off x="609600" y="6413499"/>
            <a:ext cx="4114800" cy="208585"/>
          </a:xfrm>
          <a:prstGeom prst="rect">
            <a:avLst/>
          </a:prstGeom>
        </p:spPr>
        <p:txBody>
          <a:bodyPr vert="horz" lIns="0" tIns="0" rIns="0" bIns="0" rtlCol="0" anchor="b">
            <a:noAutofit/>
          </a:bodyPr>
          <a:lstStyle>
            <a:lvl1pPr algn="l">
              <a:defRPr sz="700" b="0" i="0">
                <a:solidFill>
                  <a:schemeClr val="tx1">
                    <a:tint val="75000"/>
                  </a:schemeClr>
                </a:solidFill>
                <a:latin typeface="Arial" panose="020B0604020202020204" pitchFamily="34" charset="0"/>
                <a:cs typeface="Arial" panose="020B0604020202020204" pitchFamily="34" charset="0"/>
              </a:defRPr>
            </a:lvl1pPr>
          </a:lstStyle>
          <a:p>
            <a:r>
              <a:rPr lang="en-US"/>
              <a:t>Proprietary and Confidential</a:t>
            </a:r>
          </a:p>
        </p:txBody>
      </p:sp>
      <p:sp>
        <p:nvSpPr>
          <p:cNvPr id="5" name="Title Placeholder 4">
            <a:extLst>
              <a:ext uri="{FF2B5EF4-FFF2-40B4-BE49-F238E27FC236}">
                <a16:creationId xmlns:a16="http://schemas.microsoft.com/office/drawing/2014/main" id="{748A1652-E12D-BB40-863C-B183DCEF34DC}"/>
              </a:ext>
            </a:extLst>
          </p:cNvPr>
          <p:cNvSpPr>
            <a:spLocks noGrp="1"/>
          </p:cNvSpPr>
          <p:nvPr>
            <p:ph type="title"/>
          </p:nvPr>
        </p:nvSpPr>
        <p:spPr>
          <a:xfrm>
            <a:off x="609599" y="460376"/>
            <a:ext cx="10972799" cy="312265"/>
          </a:xfrm>
          <a:prstGeom prst="rect">
            <a:avLst/>
          </a:prstGeom>
        </p:spPr>
        <p:txBody>
          <a:bodyPr vert="horz" lIns="0" tIns="0" rIns="0" bIns="0" rtlCol="0" anchor="t">
            <a:spAutoFit/>
          </a:bodyPr>
          <a:lstStyle/>
          <a:p>
            <a:pPr marL="0" lvl="0" indent="0" algn="l" defTabSz="1219170" rtl="0" eaLnBrk="1" latinLnBrk="0" hangingPunct="1">
              <a:lnSpc>
                <a:spcPct val="110000"/>
              </a:lnSpc>
              <a:spcBef>
                <a:spcPts val="400"/>
              </a:spcBef>
              <a:spcAft>
                <a:spcPts val="400"/>
              </a:spcAft>
              <a:buClr>
                <a:schemeClr val="bg2"/>
              </a:buClr>
              <a:buFont typeface="Arial" panose="020B0604020202020204" pitchFamily="34" charset="0"/>
              <a:buNone/>
              <a:tabLst/>
            </a:pPr>
            <a:r>
              <a:rPr lang="en-US"/>
              <a:t>CLICK TO EDIT MASTER TITLE STYLE</a:t>
            </a:r>
          </a:p>
        </p:txBody>
      </p:sp>
      <p:pic>
        <p:nvPicPr>
          <p:cNvPr id="7" name="Picture 6">
            <a:extLst>
              <a:ext uri="{FF2B5EF4-FFF2-40B4-BE49-F238E27FC236}">
                <a16:creationId xmlns:a16="http://schemas.microsoft.com/office/drawing/2014/main" id="{B79AC6D6-695B-DE90-0E74-45050645A13D}"/>
              </a:ext>
            </a:extLst>
          </p:cNvPr>
          <p:cNvPicPr>
            <a:picLocks noChangeAspect="1"/>
          </p:cNvPicPr>
          <p:nvPr userDrawn="1"/>
        </p:nvPicPr>
        <p:blipFill>
          <a:blip r:embed="rId16" cstate="screen">
            <a:alphaModFix amt="40000"/>
            <a:lum bright="70000" contrast="-70000"/>
            <a:extLst>
              <a:ext uri="{28A0092B-C50C-407E-A947-70E740481C1C}">
                <a14:useLocalDpi xmlns:a14="http://schemas.microsoft.com/office/drawing/2010/main"/>
              </a:ext>
            </a:extLst>
          </a:blip>
          <a:stretch>
            <a:fillRect/>
          </a:stretch>
        </p:blipFill>
        <p:spPr>
          <a:xfrm>
            <a:off x="11589025" y="253961"/>
            <a:ext cx="328735" cy="206415"/>
          </a:xfrm>
          <a:prstGeom prst="rect">
            <a:avLst/>
          </a:prstGeom>
        </p:spPr>
      </p:pic>
    </p:spTree>
    <p:extLst>
      <p:ext uri="{BB962C8B-B14F-4D97-AF65-F5344CB8AC3E}">
        <p14:creationId xmlns:p14="http://schemas.microsoft.com/office/powerpoint/2010/main" val="4115792623"/>
      </p:ext>
    </p:extLst>
  </p:cSld>
  <p:clrMap bg1="lt1" tx1="dk1" bg2="lt2" tx2="dk2" accent1="accent1" accent2="accent2" accent3="accent3" accent4="accent4" accent5="accent5" accent6="accent6" hlink="hlink" folHlink="folHlink"/>
  <p:sldLayoutIdLst>
    <p:sldLayoutId id="2147483665" r:id="rId1"/>
    <p:sldLayoutId id="2147483733" r:id="rId2"/>
    <p:sldLayoutId id="2147483666" r:id="rId3"/>
    <p:sldLayoutId id="2147483667" r:id="rId4"/>
    <p:sldLayoutId id="2147483668" r:id="rId5"/>
    <p:sldLayoutId id="2147483669" r:id="rId6"/>
    <p:sldLayoutId id="2147483672" r:id="rId7"/>
    <p:sldLayoutId id="2147483673" r:id="rId8"/>
    <p:sldLayoutId id="2147483674" r:id="rId9"/>
    <p:sldLayoutId id="2147483787" r:id="rId10"/>
    <p:sldLayoutId id="2147483675" r:id="rId11"/>
    <p:sldLayoutId id="2147483786" r:id="rId12"/>
    <p:sldLayoutId id="2147483691" r:id="rId13"/>
    <p:sldLayoutId id="2147483785" r:id="rId14"/>
  </p:sldLayoutIdLst>
  <p:hf hdr="0" dt="0"/>
  <p:txStyles>
    <p:titleStyle>
      <a:lvl1pPr algn="l" defTabSz="1219170" rtl="0" eaLnBrk="1" latinLnBrk="0" hangingPunct="1">
        <a:lnSpc>
          <a:spcPct val="90000"/>
        </a:lnSpc>
        <a:spcBef>
          <a:spcPct val="0"/>
        </a:spcBef>
        <a:buNone/>
        <a:defRPr lang="en-US" sz="2000" b="1" i="0" kern="1200" spc="0" baseline="0" dirty="0">
          <a:gradFill flip="none" rotWithShape="1">
            <a:gsLst>
              <a:gs pos="51000">
                <a:srgbClr val="7E18BE"/>
              </a:gs>
              <a:gs pos="0">
                <a:srgbClr val="0084FF"/>
              </a:gs>
              <a:gs pos="97000">
                <a:srgbClr val="FF5E86"/>
              </a:gs>
            </a:gsLst>
            <a:lin ang="0" scaled="1"/>
            <a:tileRect/>
          </a:gradFill>
          <a:latin typeface="Arial" panose="020B0604020202020204" pitchFamily="34" charset="0"/>
          <a:ea typeface="EB Garamond" pitchFamily="2" charset="0"/>
          <a:cs typeface="Arial" panose="020B0604020202020204" pitchFamily="34" charset="0"/>
        </a:defRPr>
      </a:lvl1pPr>
    </p:titleStyle>
    <p:bodyStyle>
      <a:lvl1pPr marL="1800" indent="0" algn="l" defTabSz="1219170" rtl="0" eaLnBrk="1" latinLnBrk="0" hangingPunct="1">
        <a:lnSpc>
          <a:spcPct val="110000"/>
        </a:lnSpc>
        <a:spcBef>
          <a:spcPts val="400"/>
        </a:spcBef>
        <a:spcAft>
          <a:spcPts val="400"/>
        </a:spcAft>
        <a:buClr>
          <a:schemeClr val="bg2"/>
        </a:buClr>
        <a:buFont typeface="Arial" panose="020B0604020202020204" pitchFamily="34" charset="0"/>
        <a:buNone/>
        <a:tabLst/>
        <a:defRPr sz="2400" b="0" i="0" kern="1200">
          <a:solidFill>
            <a:schemeClr val="tx1"/>
          </a:solidFill>
          <a:latin typeface="+mj-lt"/>
          <a:ea typeface="+mn-ea"/>
          <a:cs typeface="Arial" panose="020B0604020202020204" pitchFamily="34" charset="0"/>
        </a:defRPr>
      </a:lvl1pPr>
      <a:lvl2pPr marL="232200" indent="0" algn="l" defTabSz="1219170" rtl="0" eaLnBrk="1" latinLnBrk="0" hangingPunct="1">
        <a:lnSpc>
          <a:spcPct val="110000"/>
        </a:lnSpc>
        <a:spcBef>
          <a:spcPts val="400"/>
        </a:spcBef>
        <a:spcAft>
          <a:spcPts val="400"/>
        </a:spcAft>
        <a:buClr>
          <a:schemeClr val="bg2"/>
        </a:buClr>
        <a:buFont typeface="Arial" panose="020B0604020202020204" pitchFamily="34" charset="0"/>
        <a:buNone/>
        <a:tabLst/>
        <a:defRPr sz="2400" b="0" i="0" kern="1200">
          <a:solidFill>
            <a:schemeClr val="tx1"/>
          </a:solidFill>
          <a:latin typeface="+mj-lt"/>
          <a:ea typeface="+mn-ea"/>
          <a:cs typeface="Arial" panose="020B0604020202020204" pitchFamily="34" charset="0"/>
        </a:defRPr>
      </a:lvl2pPr>
      <a:lvl3pPr marL="462600" indent="0" algn="l" defTabSz="1219170" rtl="0" eaLnBrk="1" latinLnBrk="0" hangingPunct="1">
        <a:lnSpc>
          <a:spcPct val="110000"/>
        </a:lnSpc>
        <a:spcBef>
          <a:spcPts val="400"/>
        </a:spcBef>
        <a:spcAft>
          <a:spcPts val="400"/>
        </a:spcAft>
        <a:buClr>
          <a:schemeClr val="bg2"/>
        </a:buClr>
        <a:buFont typeface="Courier New" panose="02070309020205020404" pitchFamily="49" charset="0"/>
        <a:buNone/>
        <a:tabLst/>
        <a:defRPr sz="2400" b="0" i="0" kern="1200">
          <a:solidFill>
            <a:schemeClr val="tx1"/>
          </a:solidFill>
          <a:latin typeface="+mj-lt"/>
          <a:ea typeface="+mn-ea"/>
          <a:cs typeface="Arial" panose="020B0604020202020204" pitchFamily="34" charset="0"/>
        </a:defRPr>
      </a:lvl3pPr>
      <a:lvl4pPr marL="693000" indent="0" algn="l" defTabSz="1219170" rtl="0" eaLnBrk="1" latinLnBrk="0" hangingPunct="1">
        <a:lnSpc>
          <a:spcPct val="110000"/>
        </a:lnSpc>
        <a:spcBef>
          <a:spcPts val="400"/>
        </a:spcBef>
        <a:spcAft>
          <a:spcPts val="400"/>
        </a:spcAft>
        <a:buClr>
          <a:schemeClr val="bg2"/>
        </a:buClr>
        <a:buFont typeface="Arial" panose="020B0604020202020204" pitchFamily="34" charset="0"/>
        <a:buNone/>
        <a:tabLst/>
        <a:defRPr sz="2400" b="0" i="0" kern="1200">
          <a:solidFill>
            <a:schemeClr val="tx1"/>
          </a:solidFill>
          <a:latin typeface="+mj-lt"/>
          <a:ea typeface="+mn-ea"/>
          <a:cs typeface="Arial" panose="020B0604020202020204" pitchFamily="34" charset="0"/>
        </a:defRPr>
      </a:lvl4pPr>
      <a:lvl5pPr marL="923400" indent="0" algn="l" defTabSz="1219170" rtl="0" eaLnBrk="1" latinLnBrk="0" hangingPunct="1">
        <a:lnSpc>
          <a:spcPct val="110000"/>
        </a:lnSpc>
        <a:spcBef>
          <a:spcPts val="400"/>
        </a:spcBef>
        <a:spcAft>
          <a:spcPts val="400"/>
        </a:spcAft>
        <a:buClr>
          <a:schemeClr val="bg2"/>
        </a:buClr>
        <a:buFont typeface="Arial" panose="020B0604020202020204" pitchFamily="34" charset="0"/>
        <a:buNone/>
        <a:tabLst/>
        <a:defRPr sz="2400" b="0" i="0" kern="1200">
          <a:solidFill>
            <a:schemeClr val="tx1"/>
          </a:solidFill>
          <a:latin typeface="+mj-lt"/>
          <a:ea typeface="+mn-ea"/>
          <a:cs typeface="Arial" panose="020B0604020202020204" pitchFamily="34" charset="0"/>
        </a:defRPr>
      </a:lvl5pPr>
      <a:lvl6pPr marL="3352716" indent="-304792" algn="l" defTabSz="1219170" rtl="0" eaLnBrk="1" latinLnBrk="0" hangingPunct="1">
        <a:lnSpc>
          <a:spcPct val="90000"/>
        </a:lnSpc>
        <a:spcBef>
          <a:spcPts val="667"/>
        </a:spcBef>
        <a:buFont typeface="Arial" panose="020B0604020202020204" pitchFamily="34" charset="0"/>
        <a:buChar char="•"/>
        <a:defRPr sz="2400" kern="1200">
          <a:solidFill>
            <a:schemeClr val="tx1"/>
          </a:solidFill>
          <a:latin typeface="+mn-lt"/>
          <a:ea typeface="+mn-ea"/>
          <a:cs typeface="+mn-cs"/>
        </a:defRPr>
      </a:lvl6pPr>
      <a:lvl7pPr marL="3962301" indent="-304792" algn="l" defTabSz="1219170" rtl="0" eaLnBrk="1" latinLnBrk="0" hangingPunct="1">
        <a:lnSpc>
          <a:spcPct val="90000"/>
        </a:lnSpc>
        <a:spcBef>
          <a:spcPts val="667"/>
        </a:spcBef>
        <a:buFont typeface="Arial" panose="020B0604020202020204" pitchFamily="34" charset="0"/>
        <a:buChar char="•"/>
        <a:defRPr sz="2400" kern="1200">
          <a:solidFill>
            <a:schemeClr val="tx1"/>
          </a:solidFill>
          <a:latin typeface="+mn-lt"/>
          <a:ea typeface="+mn-ea"/>
          <a:cs typeface="+mn-cs"/>
        </a:defRPr>
      </a:lvl7pPr>
      <a:lvl8pPr marL="4571886" indent="-304792" algn="l" defTabSz="1219170" rtl="0" eaLnBrk="1" latinLnBrk="0" hangingPunct="1">
        <a:lnSpc>
          <a:spcPct val="90000"/>
        </a:lnSpc>
        <a:spcBef>
          <a:spcPts val="667"/>
        </a:spcBef>
        <a:buFont typeface="Arial" panose="020B0604020202020204" pitchFamily="34" charset="0"/>
        <a:buChar char="•"/>
        <a:defRPr sz="2400" kern="1200">
          <a:solidFill>
            <a:schemeClr val="tx1"/>
          </a:solidFill>
          <a:latin typeface="+mn-lt"/>
          <a:ea typeface="+mn-ea"/>
          <a:cs typeface="+mn-cs"/>
        </a:defRPr>
      </a:lvl8pPr>
      <a:lvl9pPr marL="5181470" indent="-304792" algn="l" defTabSz="1219170" rtl="0" eaLnBrk="1" latinLnBrk="0" hangingPunct="1">
        <a:lnSpc>
          <a:spcPct val="90000"/>
        </a:lnSpc>
        <a:spcBef>
          <a:spcPts val="667"/>
        </a:spcBef>
        <a:buFont typeface="Arial" panose="020B0604020202020204" pitchFamily="34" charset="0"/>
        <a:buChar char="•"/>
        <a:defRPr sz="2400" kern="1200">
          <a:solidFill>
            <a:schemeClr val="tx1"/>
          </a:solidFill>
          <a:latin typeface="+mn-lt"/>
          <a:ea typeface="+mn-ea"/>
          <a:cs typeface="+mn-cs"/>
        </a:defRPr>
      </a:lvl9pPr>
    </p:bodyStyle>
    <p:otherStyle>
      <a:defPPr>
        <a:defRPr lang="en-US"/>
      </a:defPPr>
      <a:lvl1pPr marL="0" algn="l" defTabSz="1219170" rtl="0" eaLnBrk="1" latinLnBrk="0" hangingPunct="1">
        <a:defRPr sz="1400" kern="1200">
          <a:solidFill>
            <a:schemeClr val="tx1"/>
          </a:solidFill>
          <a:latin typeface="+mn-lt"/>
          <a:ea typeface="+mn-ea"/>
          <a:cs typeface="+mn-cs"/>
        </a:defRPr>
      </a:lvl1pPr>
      <a:lvl2pPr marL="609585" algn="l" defTabSz="1219170" rtl="0" eaLnBrk="1" latinLnBrk="0" hangingPunct="1">
        <a:defRPr sz="1400" kern="1200">
          <a:solidFill>
            <a:schemeClr val="tx1"/>
          </a:solidFill>
          <a:latin typeface="+mn-lt"/>
          <a:ea typeface="+mn-ea"/>
          <a:cs typeface="+mn-cs"/>
        </a:defRPr>
      </a:lvl2pPr>
      <a:lvl3pPr marL="1219170" algn="l" defTabSz="1219170" rtl="0" eaLnBrk="1" latinLnBrk="0" hangingPunct="1">
        <a:defRPr sz="1400" kern="1200">
          <a:solidFill>
            <a:schemeClr val="tx1"/>
          </a:solidFill>
          <a:latin typeface="+mn-lt"/>
          <a:ea typeface="+mn-ea"/>
          <a:cs typeface="+mn-cs"/>
        </a:defRPr>
      </a:lvl3pPr>
      <a:lvl4pPr marL="1828754" algn="l" defTabSz="1219170" rtl="0" eaLnBrk="1" latinLnBrk="0" hangingPunct="1">
        <a:defRPr sz="1400" kern="1200">
          <a:solidFill>
            <a:schemeClr val="tx1"/>
          </a:solidFill>
          <a:latin typeface="+mn-lt"/>
          <a:ea typeface="+mn-ea"/>
          <a:cs typeface="+mn-cs"/>
        </a:defRPr>
      </a:lvl4pPr>
      <a:lvl5pPr marL="2438339" algn="l" defTabSz="1219170" rtl="0" eaLnBrk="1" latinLnBrk="0" hangingPunct="1">
        <a:defRPr sz="1400" kern="1200">
          <a:solidFill>
            <a:schemeClr val="tx1"/>
          </a:solidFill>
          <a:latin typeface="+mn-lt"/>
          <a:ea typeface="+mn-ea"/>
          <a:cs typeface="+mn-cs"/>
        </a:defRPr>
      </a:lvl5pPr>
      <a:lvl6pPr marL="3047924" algn="l" defTabSz="1219170" rtl="0" eaLnBrk="1" latinLnBrk="0" hangingPunct="1">
        <a:defRPr sz="1400" kern="1200">
          <a:solidFill>
            <a:schemeClr val="tx1"/>
          </a:solidFill>
          <a:latin typeface="+mn-lt"/>
          <a:ea typeface="+mn-ea"/>
          <a:cs typeface="+mn-cs"/>
        </a:defRPr>
      </a:lvl6pPr>
      <a:lvl7pPr marL="3657509" algn="l" defTabSz="1219170" rtl="0" eaLnBrk="1" latinLnBrk="0" hangingPunct="1">
        <a:defRPr sz="2400" kern="1200">
          <a:solidFill>
            <a:schemeClr val="tx1"/>
          </a:solidFill>
          <a:latin typeface="+mn-lt"/>
          <a:ea typeface="+mn-ea"/>
          <a:cs typeface="+mn-cs"/>
        </a:defRPr>
      </a:lvl7pPr>
      <a:lvl8pPr marL="4267093" algn="l" defTabSz="1219170" rtl="0" eaLnBrk="1" latinLnBrk="0" hangingPunct="1">
        <a:defRPr sz="2400" kern="1200">
          <a:solidFill>
            <a:schemeClr val="tx1"/>
          </a:solidFill>
          <a:latin typeface="+mn-lt"/>
          <a:ea typeface="+mn-ea"/>
          <a:cs typeface="+mn-cs"/>
        </a:defRPr>
      </a:lvl8pPr>
      <a:lvl9pPr marL="4876678" algn="l" defTabSz="1219170" rtl="0" eaLnBrk="1" latinLnBrk="0" hangingPunct="1">
        <a:defRPr sz="24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44">
          <p15:clr>
            <a:srgbClr val="FFFFFF"/>
          </p15:clr>
        </p15:guide>
        <p15:guide id="2" pos="7536">
          <p15:clr>
            <a:srgbClr val="FFFFFF"/>
          </p15:clr>
        </p15:guide>
        <p15:guide id="3" orient="horz" pos="4176">
          <p15:clr>
            <a:srgbClr val="547EBF"/>
          </p15:clr>
        </p15:guide>
        <p15:guide id="4" pos="144">
          <p15:clr>
            <a:srgbClr val="FFFFFF"/>
          </p15:clr>
        </p15:guide>
        <p15:guide id="5" pos="288">
          <p15:clr>
            <a:srgbClr val="5ACBF0"/>
          </p15:clr>
        </p15:guide>
        <p15:guide id="6" orient="horz" pos="4032">
          <p15:clr>
            <a:srgbClr val="5ACBF0"/>
          </p15:clr>
        </p15:guide>
        <p15:guide id="7" orient="horz" pos="290">
          <p15:clr>
            <a:srgbClr val="5ACBF0"/>
          </p15:clr>
        </p15:guide>
        <p15:guide id="9" pos="1464">
          <p15:clr>
            <a:srgbClr val="F26B43"/>
          </p15:clr>
        </p15:guide>
        <p15:guide id="10" pos="840">
          <p15:clr>
            <a:srgbClr val="F26B43"/>
          </p15:clr>
        </p15:guide>
        <p15:guide id="11" pos="2063">
          <p15:clr>
            <a:srgbClr val="F26B43"/>
          </p15:clr>
        </p15:guide>
        <p15:guide id="12" pos="2651">
          <p15:clr>
            <a:srgbClr val="F26B43"/>
          </p15:clr>
        </p15:guide>
        <p15:guide id="13" pos="3250">
          <p15:clr>
            <a:srgbClr val="F26B43"/>
          </p15:clr>
        </p15:guide>
        <p15:guide id="14" pos="3835">
          <p15:clr>
            <a:srgbClr val="F26B43"/>
          </p15:clr>
        </p15:guide>
        <p15:guide id="15" pos="4432">
          <p15:clr>
            <a:srgbClr val="F26B43"/>
          </p15:clr>
        </p15:guide>
        <p15:guide id="16" pos="5022">
          <p15:clr>
            <a:srgbClr val="F26B43"/>
          </p15:clr>
        </p15:guide>
        <p15:guide id="17" pos="5620">
          <p15:clr>
            <a:srgbClr val="F26B43"/>
          </p15:clr>
        </p15:guide>
        <p15:guide id="18" pos="6207">
          <p15:clr>
            <a:srgbClr val="F26B43"/>
          </p15:clr>
        </p15:guide>
        <p15:guide id="19" pos="6802">
          <p15:clr>
            <a:srgbClr val="F26B43"/>
          </p15:clr>
        </p15:guide>
        <p15:guide id="20" orient="horz" pos="756">
          <p15:clr>
            <a:srgbClr val="5ACBF0"/>
          </p15:clr>
        </p15:guide>
        <p15:guide id="21" orient="horz" pos="1225">
          <p15:clr>
            <a:srgbClr val="5ACBF0"/>
          </p15:clr>
        </p15:guide>
        <p15:guide id="22" orient="horz" pos="1692">
          <p15:clr>
            <a:srgbClr val="5ACBF0"/>
          </p15:clr>
        </p15:guide>
        <p15:guide id="23" orient="horz" pos="2157">
          <p15:clr>
            <a:srgbClr val="5ACBF0"/>
          </p15:clr>
        </p15:guide>
        <p15:guide id="24" orient="horz" pos="2629">
          <p15:clr>
            <a:srgbClr val="5ACBF0"/>
          </p15:clr>
        </p15:guide>
        <p15:guide id="25" orient="horz" pos="3096">
          <p15:clr>
            <a:srgbClr val="5ACBF0"/>
          </p15:clr>
        </p15:guide>
        <p15:guide id="26" orient="horz" pos="3570">
          <p15:clr>
            <a:srgbClr val="5ACBF0"/>
          </p15:clr>
        </p15:guide>
        <p15:guide id="29" pos="7392">
          <p15:clr>
            <a:srgbClr val="5ACBF0"/>
          </p15:clr>
        </p15:guide>
        <p15:guide id="30" pos="7440">
          <p15:clr>
            <a:srgbClr val="5ACBF0"/>
          </p15:clr>
        </p15:guide>
        <p15:guide id="31" pos="2400">
          <p15:clr>
            <a:srgbClr val="5ACBF0"/>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image" Target="../media/image18.png"/><Relationship Id="rId9" Type="http://schemas.openxmlformats.org/officeDocument/2006/relationships/image" Target="../media/image19.png"/><Relationship Id="rId10" Type="http://schemas.openxmlformats.org/officeDocument/2006/relationships/image" Target="../media/image20.png"/><Relationship Id="rId11"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PFF AI — Adam AI Platform</a:t>
            </a:r>
          </a:p>
        </p:txBody>
      </p:sp>
      <p:sp>
        <p:nvSpPr>
          <p:cNvPr id="3" name="Text Placeholder 2"/>
          <p:cNvSpPr>
            <a:spLocks noGrp="1"/>
          </p:cNvSpPr>
          <p:nvPr>
            <p:ph type="body" idx="12" sz="quarter"/>
          </p:nvPr>
        </p:nvSpPr>
        <p:spPr/>
        <p:txBody>
          <a:bodyPr/>
          <a:lstStyle/>
          <a:p>
            <a:r>
              <a:rPr>
                <a:solidFill>
                  <a:srgbClr val="D5D5D5"/>
                </a:solidFill>
              </a:rPr>
              <a:t>Technical Architecture  ·  Architecture Review Board  ·  September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presentation suite — 10 decks</a:t>
            </a:r>
          </a:p>
        </p:txBody>
      </p:sp>
      <p:sp>
        <p:nvSpPr>
          <p:cNvPr id="3" name="TextBox 2"/>
          <p:cNvSpPr txBox="1"/>
          <p:nvPr/>
        </p:nvSpPr>
        <p:spPr>
          <a:xfrm>
            <a:off x="822960" y="1737360"/>
            <a:ext cx="5212080" cy="4389120"/>
          </a:xfrm>
          <a:prstGeom prst="rect">
            <a:avLst/>
          </a:prstGeom>
          <a:noFill/>
        </p:spPr>
        <p:txBody>
          <a:bodyPr wrap="square" lIns="0" tIns="0">
            <a:spAutoFit/>
          </a:bodyPr>
          <a:lstStyle/>
          <a:p>
            <a:pPr algn="l">
              <a:spcAft>
                <a:spcPts val="1000"/>
              </a:spcAft>
            </a:pPr>
            <a:r>
              <a:rPr sz="1800" b="1">
                <a:solidFill>
                  <a:srgbClr val="2ACCFF"/>
                </a:solidFill>
                <a:latin typeface="Calibri"/>
              </a:rPr>
              <a:t>▸ </a:t>
            </a:r>
            <a:r>
              <a:rPr sz="1800">
                <a:solidFill>
                  <a:srgbClr val="FFFFFF"/>
                </a:solidFill>
                <a:latin typeface="Calibri"/>
              </a:rPr>
              <a:t>00  Overview (this deck) — whole-system technical picture</a:t>
            </a:r>
          </a:p>
          <a:p>
            <a:pPr algn="l">
              <a:spcAft>
                <a:spcPts val="1000"/>
              </a:spcAft>
            </a:pPr>
            <a:r>
              <a:rPr sz="1800" b="1">
                <a:solidFill>
                  <a:srgbClr val="2ACCFF"/>
                </a:solidFill>
                <a:latin typeface="Calibri"/>
              </a:rPr>
              <a:t>▸ </a:t>
            </a:r>
            <a:r>
              <a:rPr sz="1800">
                <a:solidFill>
                  <a:srgbClr val="FFFFFF"/>
                </a:solidFill>
                <a:latin typeface="Calibri"/>
              </a:rPr>
              <a:t>01  Business Architecture &amp; Value — D0 / D1 / D8</a:t>
            </a:r>
          </a:p>
          <a:p>
            <a:pPr algn="l">
              <a:spcAft>
                <a:spcPts val="1000"/>
              </a:spcAft>
            </a:pPr>
            <a:r>
              <a:rPr sz="1800" b="1">
                <a:solidFill>
                  <a:srgbClr val="2ACCFF"/>
                </a:solidFill>
                <a:latin typeface="Calibri"/>
              </a:rPr>
              <a:t>▸ </a:t>
            </a:r>
            <a:r>
              <a:rPr sz="1800">
                <a:solidFill>
                  <a:srgbClr val="FFFFFF"/>
                </a:solidFill>
                <a:latin typeface="Calibri"/>
              </a:rPr>
              <a:t>02  Application &amp; Orchestration — D2</a:t>
            </a:r>
          </a:p>
          <a:p>
            <a:pPr algn="l">
              <a:spcAft>
                <a:spcPts val="1000"/>
              </a:spcAft>
            </a:pPr>
            <a:r>
              <a:rPr sz="1800" b="1">
                <a:solidFill>
                  <a:srgbClr val="2ACCFF"/>
                </a:solidFill>
                <a:latin typeface="Calibri"/>
              </a:rPr>
              <a:t>▸ </a:t>
            </a:r>
            <a:r>
              <a:rPr sz="1800">
                <a:solidFill>
                  <a:srgbClr val="FFFFFF"/>
                </a:solidFill>
                <a:latin typeface="Calibri"/>
              </a:rPr>
              <a:t>03  AI Architecture — D3 (RAG, SLM, prompts, guardrails)</a:t>
            </a:r>
          </a:p>
          <a:p>
            <a:pPr algn="l">
              <a:spcAft>
                <a:spcPts val="1000"/>
              </a:spcAft>
            </a:pPr>
            <a:r>
              <a:rPr sz="1800" b="1">
                <a:solidFill>
                  <a:srgbClr val="2ACCFF"/>
                </a:solidFill>
                <a:latin typeface="Calibri"/>
              </a:rPr>
              <a:t>▸ </a:t>
            </a:r>
            <a:r>
              <a:rPr sz="1800">
                <a:solidFill>
                  <a:srgbClr val="FFFFFF"/>
                </a:solidFill>
                <a:latin typeface="Calibri"/>
              </a:rPr>
              <a:t>04  Information, Context &amp; Data — D4 (ERC, memory, cache)</a:t>
            </a:r>
          </a:p>
        </p:txBody>
      </p:sp>
      <p:sp>
        <p:nvSpPr>
          <p:cNvPr id="4" name="TextBox 3"/>
          <p:cNvSpPr txBox="1"/>
          <p:nvPr/>
        </p:nvSpPr>
        <p:spPr>
          <a:xfrm>
            <a:off x="6309360" y="1737360"/>
            <a:ext cx="5212080" cy="4389120"/>
          </a:xfrm>
          <a:prstGeom prst="rect">
            <a:avLst/>
          </a:prstGeom>
          <a:noFill/>
        </p:spPr>
        <p:txBody>
          <a:bodyPr wrap="square" lIns="0" tIns="0">
            <a:spAutoFit/>
          </a:bodyPr>
          <a:lstStyle/>
          <a:p>
            <a:pPr algn="l">
              <a:spcAft>
                <a:spcPts val="1000"/>
              </a:spcAft>
            </a:pPr>
            <a:r>
              <a:rPr sz="1800" b="1">
                <a:solidFill>
                  <a:srgbClr val="2ACCFF"/>
                </a:solidFill>
                <a:latin typeface="Calibri"/>
              </a:rPr>
              <a:t>▸ </a:t>
            </a:r>
            <a:r>
              <a:rPr sz="1800">
                <a:solidFill>
                  <a:srgbClr val="FFFFFF"/>
                </a:solidFill>
                <a:latin typeface="Calibri"/>
              </a:rPr>
              <a:t>05  Technology &amp; Infrastructure — D5 (Azure, AKS, APIM)</a:t>
            </a:r>
          </a:p>
          <a:p>
            <a:pPr algn="l">
              <a:spcAft>
                <a:spcPts val="1000"/>
              </a:spcAft>
            </a:pPr>
            <a:r>
              <a:rPr sz="1800" b="1">
                <a:solidFill>
                  <a:srgbClr val="2ACCFF"/>
                </a:solidFill>
                <a:latin typeface="Calibri"/>
              </a:rPr>
              <a:t>▸ </a:t>
            </a:r>
            <a:r>
              <a:rPr sz="1800">
                <a:solidFill>
                  <a:srgbClr val="FFFFFF"/>
                </a:solidFill>
                <a:latin typeface="Calibri"/>
              </a:rPr>
              <a:t>06  Security &amp; Governance — D6</a:t>
            </a:r>
          </a:p>
          <a:p>
            <a:pPr algn="l">
              <a:spcAft>
                <a:spcPts val="1000"/>
              </a:spcAft>
            </a:pPr>
            <a:r>
              <a:rPr sz="1800" b="1">
                <a:solidFill>
                  <a:srgbClr val="2ACCFF"/>
                </a:solidFill>
                <a:latin typeface="Calibri"/>
              </a:rPr>
              <a:t>▸ </a:t>
            </a:r>
            <a:r>
              <a:rPr sz="1800">
                <a:solidFill>
                  <a:srgbClr val="FFFFFF"/>
                </a:solidFill>
                <a:latin typeface="Calibri"/>
              </a:rPr>
              <a:t>07  Operations, Observability &amp; Quality — D7</a:t>
            </a:r>
          </a:p>
          <a:p>
            <a:pPr algn="l">
              <a:spcAft>
                <a:spcPts val="1000"/>
              </a:spcAft>
            </a:pPr>
            <a:r>
              <a:rPr sz="1800" b="1">
                <a:solidFill>
                  <a:srgbClr val="2ACCFF"/>
                </a:solidFill>
                <a:latin typeface="Calibri"/>
              </a:rPr>
              <a:t>▸ </a:t>
            </a:r>
            <a:r>
              <a:rPr sz="1800">
                <a:solidFill>
                  <a:srgbClr val="FFFFFF"/>
                </a:solidFill>
                <a:latin typeface="Calibri"/>
              </a:rPr>
              <a:t>08  Cost &amp; FinOps — per-technology cost model</a:t>
            </a:r>
          </a:p>
          <a:p>
            <a:pPr algn="l">
              <a:spcAft>
                <a:spcPts val="1000"/>
              </a:spcAft>
            </a:pPr>
            <a:r>
              <a:rPr sz="1800" b="1">
                <a:solidFill>
                  <a:srgbClr val="2ACCFF"/>
                </a:solidFill>
                <a:latin typeface="Calibri"/>
              </a:rPr>
              <a:t>▸ </a:t>
            </a:r>
            <a:r>
              <a:rPr sz="1800">
                <a:solidFill>
                  <a:srgbClr val="FFFFFF"/>
                </a:solidFill>
                <a:latin typeface="Calibri"/>
              </a:rPr>
              <a:t>09  Open Decisions &amp; ARB sign-off asks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What we are building</a:t>
            </a:r>
          </a:p>
        </p:txBody>
      </p:sp>
      <p:sp>
        <p:nvSpPr>
          <p:cNvPr id="3" name="TextBox 2"/>
          <p:cNvSpPr txBox="1"/>
          <p:nvPr/>
        </p:nvSpPr>
        <p:spPr>
          <a:xfrm>
            <a:off x="822960" y="1234440"/>
            <a:ext cx="10515600" cy="457200"/>
          </a:xfrm>
          <a:prstGeom prst="rect">
            <a:avLst/>
          </a:prstGeom>
          <a:noFill/>
        </p:spPr>
        <p:txBody>
          <a:bodyPr wrap="square" anchor="t" lIns="0" rIns="0" tIns="0" bIns="0">
            <a:spAutoFit/>
          </a:bodyPr>
          <a:lstStyle/>
          <a:p>
            <a:pPr algn="l"/>
            <a:r>
              <a:rPr sz="1500" b="1" i="0">
                <a:solidFill>
                  <a:srgbClr val="2ACCFF"/>
                </a:solidFill>
                <a:latin typeface="Calibri"/>
              </a:rPr>
              <a:t>Adam AI — a conversational orchestration layer over PFF</a:t>
            </a:r>
          </a:p>
        </p:txBody>
      </p:sp>
      <p:sp>
        <p:nvSpPr>
          <p:cNvPr id="4" name="TextBox 3"/>
          <p:cNvSpPr txBox="1"/>
          <p:nvPr/>
        </p:nvSpPr>
        <p:spPr>
          <a:xfrm>
            <a:off x="822960" y="1828800"/>
            <a:ext cx="10515600" cy="4114800"/>
          </a:xfrm>
          <a:prstGeom prst="rect">
            <a:avLst/>
          </a:prstGeom>
          <a:noFill/>
        </p:spPr>
        <p:txBody>
          <a:bodyPr wrap="square" lIns="0" tIns="0">
            <a:spAutoFit/>
          </a:bodyPr>
          <a:lstStyle/>
          <a:p>
            <a:pPr algn="l">
              <a:spcAft>
                <a:spcPts val="1400"/>
              </a:spcAft>
            </a:pPr>
            <a:r>
              <a:rPr sz="1700" b="1">
                <a:solidFill>
                  <a:srgbClr val="2ACCFF"/>
                </a:solidFill>
                <a:latin typeface="Calibri"/>
              </a:rPr>
              <a:t>▸ </a:t>
            </a:r>
            <a:r>
              <a:rPr sz="1700">
                <a:solidFill>
                  <a:srgbClr val="FFFFFF"/>
                </a:solidFill>
                <a:latin typeface="Calibri"/>
              </a:rPr>
              <a:t>PFF is the FA's county/club administration platform — affiliation, registration, insurance, discipline, officials, county cups, payments; integrates with WGS (the FA's national database).</a:t>
            </a:r>
          </a:p>
          <a:p>
            <a:pPr algn="l">
              <a:spcAft>
                <a:spcPts val="1400"/>
              </a:spcAft>
            </a:pPr>
            <a:r>
              <a:rPr sz="1700" b="1">
                <a:solidFill>
                  <a:srgbClr val="2ACCFF"/>
                </a:solidFill>
                <a:latin typeface="Calibri"/>
              </a:rPr>
              <a:t>▸ </a:t>
            </a:r>
            <a:r>
              <a:rPr sz="1700">
                <a:solidFill>
                  <a:srgbClr val="FFFFFF"/>
                </a:solidFill>
                <a:latin typeface="Calibri"/>
              </a:rPr>
              <a:t>Adam AI interprets requests, gathers enterprise context, reasons, calls controlled tools, and communicates results — it does not replace PFF's business logic or authority.</a:t>
            </a:r>
          </a:p>
          <a:p>
            <a:pPr algn="l">
              <a:spcAft>
                <a:spcPts val="1400"/>
              </a:spcAft>
            </a:pPr>
            <a:r>
              <a:rPr sz="1700" b="1">
                <a:solidFill>
                  <a:srgbClr val="2ACCFF"/>
                </a:solidFill>
                <a:latin typeface="Calibri"/>
              </a:rPr>
              <a:t>▸ </a:t>
            </a:r>
            <a:r>
              <a:rPr sz="1700">
                <a:solidFill>
                  <a:srgbClr val="FFFFFF"/>
                </a:solidFill>
                <a:latin typeface="Calibri"/>
              </a:rPr>
              <a:t>First end-to-end workflow delivered: Club Affiliation.</a:t>
            </a:r>
          </a:p>
          <a:p>
            <a:pPr algn="l">
              <a:spcAft>
                <a:spcPts val="1400"/>
              </a:spcAft>
            </a:pPr>
            <a:r>
              <a:rPr sz="1700" b="1">
                <a:solidFill>
                  <a:srgbClr val="2ACCFF"/>
                </a:solidFill>
                <a:latin typeface="Calibri"/>
              </a:rPr>
              <a:t>▸ </a:t>
            </a:r>
            <a:r>
              <a:rPr sz="1700">
                <a:solidFill>
                  <a:srgbClr val="FFFFFF"/>
                </a:solidFill>
                <a:latin typeface="Calibri"/>
              </a:rPr>
              <a:t>Persona: a workflow-first enterprise assistant with a natural football-commentary tone.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Golden Rule — the binding constraint</a:t>
            </a:r>
          </a:p>
        </p:txBody>
      </p:sp>
      <p:sp>
        <p:nvSpPr>
          <p:cNvPr id="3" name="Rounded Rectangle 2"/>
          <p:cNvSpPr/>
          <p:nvPr/>
        </p:nvSpPr>
        <p:spPr>
          <a:xfrm>
            <a:off x="1280160" y="1874519"/>
            <a:ext cx="9601200" cy="1828800"/>
          </a:xfrm>
          <a:prstGeom prst="roundRect">
            <a:avLst/>
          </a:prstGeom>
          <a:solidFill>
            <a:srgbClr val="14161C"/>
          </a:solidFill>
          <a:ln w="15875">
            <a:solidFill>
              <a:srgbClr val="FED038"/>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38100" bIns="38100"/>
          <a:lstStyle/>
          <a:p>
            <a:pPr algn="ctr"/>
            <a:r>
              <a:rPr sz="2200" b="1">
                <a:solidFill>
                  <a:srgbClr val="FFFFFF"/>
                </a:solidFill>
                <a:latin typeface="Calibri"/>
              </a:rPr>
              <a:t>Enterprise systems DECIDE and EXECUTE.</a:t>
            </a:r>
          </a:p>
          <a:p>
            <a:pPr algn="ctr"/>
            <a:r>
              <a:rPr sz="2200" b="1">
                <a:solidFill>
                  <a:srgbClr val="FFFFFF"/>
                </a:solidFill>
                <a:latin typeface="Calibri"/>
              </a:rPr>
              <a:t>The AI platform INTERPRETS, ORCHESTRATES,</a:t>
            </a:r>
          </a:p>
          <a:p>
            <a:pPr algn="ctr"/>
            <a:r>
              <a:rPr sz="2200" b="1">
                <a:solidFill>
                  <a:srgbClr val="FFFFFF"/>
                </a:solidFill>
                <a:latin typeface="Calibri"/>
              </a:rPr>
              <a:t>CONTEXTUALISES, EXPLAINS and COMMUNICATES.</a:t>
            </a:r>
          </a:p>
        </p:txBody>
      </p:sp>
      <p:sp>
        <p:nvSpPr>
          <p:cNvPr id="4" name="TextBox 3"/>
          <p:cNvSpPr txBox="1"/>
          <p:nvPr/>
        </p:nvSpPr>
        <p:spPr>
          <a:xfrm>
            <a:off x="1280160" y="3977639"/>
            <a:ext cx="9601200" cy="2011680"/>
          </a:xfrm>
          <a:prstGeom prst="rect">
            <a:avLst/>
          </a:prstGeom>
          <a:noFill/>
        </p:spPr>
        <p:txBody>
          <a:bodyPr wrap="square" lIns="0" tIns="0">
            <a:spAutoFit/>
          </a:bodyPr>
          <a:lstStyle/>
          <a:p>
            <a:pPr algn="l">
              <a:spcAft>
                <a:spcPts val="1200"/>
              </a:spcAft>
            </a:pPr>
            <a:r>
              <a:rPr sz="1500" b="1">
                <a:solidFill>
                  <a:srgbClr val="2ACCFF"/>
                </a:solidFill>
                <a:latin typeface="Calibri"/>
              </a:rPr>
              <a:t>▸ </a:t>
            </a:r>
            <a:r>
              <a:rPr sz="1500">
                <a:solidFill>
                  <a:srgbClr val="FFFFFF"/>
                </a:solidFill>
                <a:latin typeface="Calibri"/>
              </a:rPr>
              <a:t>The AI never authenticates/authorizes, re-implements business rules, or writes to the enterprise DB.</a:t>
            </a:r>
          </a:p>
          <a:p>
            <a:pPr algn="l">
              <a:spcAft>
                <a:spcPts val="1200"/>
              </a:spcAft>
            </a:pPr>
            <a:r>
              <a:rPr sz="1500" b="1">
                <a:solidFill>
                  <a:srgbClr val="2ACCFF"/>
                </a:solidFill>
                <a:latin typeface="Calibri"/>
              </a:rPr>
              <a:t>▸ </a:t>
            </a:r>
            <a:r>
              <a:rPr sz="1500">
                <a:solidFill>
                  <a:srgbClr val="FFFFFF"/>
                </a:solidFill>
                <a:latin typeface="Calibri"/>
              </a:rPr>
              <a:t>A model output never becomes an authorization decision.</a:t>
            </a:r>
          </a:p>
          <a:p>
            <a:pPr algn="l">
              <a:spcAft>
                <a:spcPts val="1200"/>
              </a:spcAft>
            </a:pPr>
            <a:r>
              <a:rPr sz="1500" b="1">
                <a:solidFill>
                  <a:srgbClr val="2ACCFF"/>
                </a:solidFill>
                <a:latin typeface="Calibri"/>
              </a:rPr>
              <a:t>▸ </a:t>
            </a:r>
            <a:r>
              <a:rPr sz="1500">
                <a:solidFill>
                  <a:srgbClr val="FFFFFF"/>
                </a:solidFill>
                <a:latin typeface="Calibri"/>
              </a:rPr>
              <a:t>Raw enterprise/personal data is never exposed to an external SLM (masked/tokenised, fail-closed).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Authoritative-truth precedence</a:t>
            </a:r>
          </a:p>
        </p:txBody>
      </p:sp>
      <p:sp>
        <p:nvSpPr>
          <p:cNvPr id="3" name="TextBox 2"/>
          <p:cNvSpPr txBox="1"/>
          <p:nvPr/>
        </p:nvSpPr>
        <p:spPr>
          <a:xfrm>
            <a:off x="822960" y="1234440"/>
            <a:ext cx="10515600" cy="457200"/>
          </a:xfrm>
          <a:prstGeom prst="rect">
            <a:avLst/>
          </a:prstGeom>
          <a:noFill/>
        </p:spPr>
        <p:txBody>
          <a:bodyPr wrap="square" anchor="t" lIns="0" rIns="0" tIns="0" bIns="0">
            <a:spAutoFit/>
          </a:bodyPr>
          <a:lstStyle/>
          <a:p>
            <a:pPr algn="l"/>
            <a:r>
              <a:rPr sz="1500" b="1" i="0">
                <a:solidFill>
                  <a:srgbClr val="2ACCFF"/>
                </a:solidFill>
                <a:latin typeface="Calibri"/>
              </a:rPr>
              <a:t>Higher source always wins on conflict</a:t>
            </a:r>
          </a:p>
        </p:txBody>
      </p:sp>
      <p:sp>
        <p:nvSpPr>
          <p:cNvPr id="4" name="Rounded Rectangle 3"/>
          <p:cNvSpPr/>
          <p:nvPr/>
        </p:nvSpPr>
        <p:spPr>
          <a:xfrm>
            <a:off x="868680" y="1691640"/>
            <a:ext cx="146304" cy="749808"/>
          </a:xfrm>
          <a:prstGeom prst="roundRect">
            <a:avLst/>
          </a:prstGeom>
          <a:solidFill>
            <a:srgbClr val="48E8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38100" bIns="38100"/>
          <a:lstStyle/>
          <a:p>
            <a:pPr algn="ctr"/>
            <a:r>
              <a:rPr sz="1300" b="1">
                <a:solidFill>
                  <a:srgbClr val="FFFFFF"/>
                </a:solidFill>
                <a:latin typeface="Calibri"/>
              </a:rPr>
              <a:t/>
            </a:r>
          </a:p>
        </p:txBody>
      </p:sp>
      <p:sp>
        <p:nvSpPr>
          <p:cNvPr id="5" name="Oval 4"/>
          <p:cNvSpPr/>
          <p:nvPr/>
        </p:nvSpPr>
        <p:spPr>
          <a:xfrm>
            <a:off x="1124712" y="1810512"/>
            <a:ext cx="512064" cy="512064"/>
          </a:xfrm>
          <a:prstGeom prst="ellipse">
            <a:avLst/>
          </a:prstGeom>
          <a:solidFill>
            <a:srgbClr val="1E222B"/>
          </a:solidFill>
          <a:ln w="15875">
            <a:solidFill>
              <a:srgbClr val="48E84A"/>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38100" bIns="38100"/>
          <a:lstStyle/>
          <a:p>
            <a:pPr algn="ctr"/>
            <a:r>
              <a:rPr sz="1800" b="1">
                <a:solidFill>
                  <a:srgbClr val="48E84A"/>
                </a:solidFill>
                <a:latin typeface="Calibri"/>
              </a:rPr>
              <a:t>1</a:t>
            </a:r>
          </a:p>
        </p:txBody>
      </p:sp>
      <p:sp>
        <p:nvSpPr>
          <p:cNvPr id="6" name="TextBox 5"/>
          <p:cNvSpPr txBox="1"/>
          <p:nvPr/>
        </p:nvSpPr>
        <p:spPr>
          <a:xfrm>
            <a:off x="1828800" y="1764792"/>
            <a:ext cx="4114800" cy="365760"/>
          </a:xfrm>
          <a:prstGeom prst="rect">
            <a:avLst/>
          </a:prstGeom>
          <a:noFill/>
        </p:spPr>
        <p:txBody>
          <a:bodyPr wrap="square" anchor="t" lIns="0" rIns="0" tIns="0" bIns="0">
            <a:spAutoFit/>
          </a:bodyPr>
          <a:lstStyle/>
          <a:p>
            <a:pPr algn="l"/>
            <a:r>
              <a:rPr sz="1700" b="1" i="0">
                <a:solidFill>
                  <a:srgbClr val="FFFFFF"/>
                </a:solidFill>
                <a:latin typeface="Calibri"/>
              </a:rPr>
              <a:t>Enterprise API / Event</a:t>
            </a:r>
          </a:p>
        </p:txBody>
      </p:sp>
      <p:sp>
        <p:nvSpPr>
          <p:cNvPr id="7" name="TextBox 6"/>
          <p:cNvSpPr txBox="1"/>
          <p:nvPr/>
        </p:nvSpPr>
        <p:spPr>
          <a:xfrm>
            <a:off x="1828800" y="2093976"/>
            <a:ext cx="8961120" cy="320040"/>
          </a:xfrm>
          <a:prstGeom prst="rect">
            <a:avLst/>
          </a:prstGeom>
          <a:noFill/>
        </p:spPr>
        <p:txBody>
          <a:bodyPr wrap="square" anchor="t" lIns="0" rIns="0" tIns="0" bIns="0">
            <a:spAutoFit/>
          </a:bodyPr>
          <a:lstStyle/>
          <a:p>
            <a:pPr algn="l"/>
            <a:r>
              <a:rPr sz="1200" b="0" i="0">
                <a:solidFill>
                  <a:srgbClr val="D5D5D5"/>
                </a:solidFill>
                <a:latin typeface="Calibri"/>
              </a:rPr>
              <a:t>System of record — decides &amp; executes</a:t>
            </a:r>
          </a:p>
        </p:txBody>
      </p:sp>
      <p:sp>
        <p:nvSpPr>
          <p:cNvPr id="8" name="TextBox 7"/>
          <p:cNvSpPr txBox="1"/>
          <p:nvPr/>
        </p:nvSpPr>
        <p:spPr>
          <a:xfrm>
            <a:off x="1828800" y="2423160"/>
            <a:ext cx="7315200" cy="256032"/>
          </a:xfrm>
          <a:prstGeom prst="rect">
            <a:avLst/>
          </a:prstGeom>
          <a:noFill/>
        </p:spPr>
        <p:txBody>
          <a:bodyPr wrap="square" anchor="t" lIns="0" rIns="0" tIns="0" bIns="0">
            <a:spAutoFit/>
          </a:bodyPr>
          <a:lstStyle/>
          <a:p>
            <a:pPr algn="l"/>
            <a:r>
              <a:rPr sz="900" b="0" i="0">
                <a:solidFill>
                  <a:srgbClr val="9A9A9A"/>
                </a:solidFill>
                <a:latin typeface="Calibri"/>
              </a:rPr>
              <a:t>▼  higher source wins on conflict — always</a:t>
            </a:r>
          </a:p>
        </p:txBody>
      </p:sp>
      <p:sp>
        <p:nvSpPr>
          <p:cNvPr id="9" name="Rounded Rectangle 8"/>
          <p:cNvSpPr/>
          <p:nvPr/>
        </p:nvSpPr>
        <p:spPr>
          <a:xfrm>
            <a:off x="868680" y="2569464"/>
            <a:ext cx="146304" cy="749808"/>
          </a:xfrm>
          <a:prstGeom prst="roundRect">
            <a:avLst/>
          </a:prstGeom>
          <a:solidFill>
            <a:srgbClr val="2ACC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38100" bIns="38100"/>
          <a:lstStyle/>
          <a:p>
            <a:pPr algn="ctr"/>
            <a:r>
              <a:rPr sz="1300" b="1">
                <a:solidFill>
                  <a:srgbClr val="FFFFFF"/>
                </a:solidFill>
                <a:latin typeface="Calibri"/>
              </a:rPr>
              <a:t/>
            </a:r>
          </a:p>
        </p:txBody>
      </p:sp>
      <p:sp>
        <p:nvSpPr>
          <p:cNvPr id="10" name="Oval 9"/>
          <p:cNvSpPr/>
          <p:nvPr/>
        </p:nvSpPr>
        <p:spPr>
          <a:xfrm>
            <a:off x="1124712" y="2688336"/>
            <a:ext cx="512064" cy="512064"/>
          </a:xfrm>
          <a:prstGeom prst="ellipse">
            <a:avLst/>
          </a:prstGeom>
          <a:solidFill>
            <a:srgbClr val="1E222B"/>
          </a:solidFill>
          <a:ln w="15875">
            <a:solidFill>
              <a:srgbClr val="2ACCFF"/>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38100" bIns="38100"/>
          <a:lstStyle/>
          <a:p>
            <a:pPr algn="ctr"/>
            <a:r>
              <a:rPr sz="1800" b="1">
                <a:solidFill>
                  <a:srgbClr val="2ACCFF"/>
                </a:solidFill>
                <a:latin typeface="Calibri"/>
              </a:rPr>
              <a:t>2</a:t>
            </a:r>
          </a:p>
        </p:txBody>
      </p:sp>
      <p:sp>
        <p:nvSpPr>
          <p:cNvPr id="11" name="TextBox 10"/>
          <p:cNvSpPr txBox="1"/>
          <p:nvPr/>
        </p:nvSpPr>
        <p:spPr>
          <a:xfrm>
            <a:off x="1828800" y="2642616"/>
            <a:ext cx="4114800" cy="365760"/>
          </a:xfrm>
          <a:prstGeom prst="rect">
            <a:avLst/>
          </a:prstGeom>
          <a:noFill/>
        </p:spPr>
        <p:txBody>
          <a:bodyPr wrap="square" anchor="t" lIns="0" rIns="0" tIns="0" bIns="0">
            <a:spAutoFit/>
          </a:bodyPr>
          <a:lstStyle/>
          <a:p>
            <a:pPr algn="l"/>
            <a:r>
              <a:rPr sz="1700" b="1" i="0">
                <a:solidFill>
                  <a:srgbClr val="FFFFFF"/>
                </a:solidFill>
                <a:latin typeface="Calibri"/>
              </a:rPr>
              <a:t>ERC</a:t>
            </a:r>
          </a:p>
        </p:txBody>
      </p:sp>
      <p:sp>
        <p:nvSpPr>
          <p:cNvPr id="12" name="TextBox 11"/>
          <p:cNvSpPr txBox="1"/>
          <p:nvPr/>
        </p:nvSpPr>
        <p:spPr>
          <a:xfrm>
            <a:off x="1828800" y="2971800"/>
            <a:ext cx="8961120" cy="320040"/>
          </a:xfrm>
          <a:prstGeom prst="rect">
            <a:avLst/>
          </a:prstGeom>
          <a:noFill/>
        </p:spPr>
        <p:txBody>
          <a:bodyPr wrap="square" anchor="t" lIns="0" rIns="0" tIns="0" bIns="0">
            <a:spAutoFit/>
          </a:bodyPr>
          <a:lstStyle/>
          <a:p>
            <a:pPr algn="l"/>
            <a:r>
              <a:rPr sz="1200" b="0" i="0">
                <a:solidFill>
                  <a:srgbClr val="D5D5D5"/>
                </a:solidFill>
                <a:latin typeface="Calibri"/>
              </a:rPr>
              <a:t>Enterprise Runtime Context — validated, provenanced</a:t>
            </a:r>
          </a:p>
        </p:txBody>
      </p:sp>
      <p:sp>
        <p:nvSpPr>
          <p:cNvPr id="13" name="TextBox 12"/>
          <p:cNvSpPr txBox="1"/>
          <p:nvPr/>
        </p:nvSpPr>
        <p:spPr>
          <a:xfrm>
            <a:off x="1828800" y="3300984"/>
            <a:ext cx="7315200" cy="256032"/>
          </a:xfrm>
          <a:prstGeom prst="rect">
            <a:avLst/>
          </a:prstGeom>
          <a:noFill/>
        </p:spPr>
        <p:txBody>
          <a:bodyPr wrap="square" anchor="t" lIns="0" rIns="0" tIns="0" bIns="0">
            <a:spAutoFit/>
          </a:bodyPr>
          <a:lstStyle/>
          <a:p>
            <a:pPr algn="l"/>
            <a:r>
              <a:rPr sz="900" b="0" i="0">
                <a:solidFill>
                  <a:srgbClr val="9A9A9A"/>
                </a:solidFill>
                <a:latin typeface="Calibri"/>
              </a:rPr>
              <a:t>▼  higher source wins on conflict — always</a:t>
            </a:r>
          </a:p>
        </p:txBody>
      </p:sp>
      <p:sp>
        <p:nvSpPr>
          <p:cNvPr id="14" name="Rounded Rectangle 13"/>
          <p:cNvSpPr/>
          <p:nvPr/>
        </p:nvSpPr>
        <p:spPr>
          <a:xfrm>
            <a:off x="868680" y="3447288"/>
            <a:ext cx="146304" cy="749808"/>
          </a:xfrm>
          <a:prstGeom prst="roundRect">
            <a:avLst/>
          </a:prstGeom>
          <a:solidFill>
            <a:srgbClr val="0283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38100" bIns="38100"/>
          <a:lstStyle/>
          <a:p>
            <a:pPr algn="ctr"/>
            <a:r>
              <a:rPr sz="1300" b="1">
                <a:solidFill>
                  <a:srgbClr val="FFFFFF"/>
                </a:solidFill>
                <a:latin typeface="Calibri"/>
              </a:rPr>
              <a:t/>
            </a:r>
          </a:p>
        </p:txBody>
      </p:sp>
      <p:sp>
        <p:nvSpPr>
          <p:cNvPr id="15" name="Oval 14"/>
          <p:cNvSpPr/>
          <p:nvPr/>
        </p:nvSpPr>
        <p:spPr>
          <a:xfrm>
            <a:off x="1124712" y="3566160"/>
            <a:ext cx="512064" cy="512064"/>
          </a:xfrm>
          <a:prstGeom prst="ellipse">
            <a:avLst/>
          </a:prstGeom>
          <a:solidFill>
            <a:srgbClr val="1E222B"/>
          </a:solidFill>
          <a:ln w="15875">
            <a:solidFill>
              <a:srgbClr val="0283FF"/>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38100" bIns="38100"/>
          <a:lstStyle/>
          <a:p>
            <a:pPr algn="ctr"/>
            <a:r>
              <a:rPr sz="1800" b="1">
                <a:solidFill>
                  <a:srgbClr val="0283FF"/>
                </a:solidFill>
                <a:latin typeface="Calibri"/>
              </a:rPr>
              <a:t>3</a:t>
            </a:r>
          </a:p>
        </p:txBody>
      </p:sp>
      <p:sp>
        <p:nvSpPr>
          <p:cNvPr id="16" name="TextBox 15"/>
          <p:cNvSpPr txBox="1"/>
          <p:nvPr/>
        </p:nvSpPr>
        <p:spPr>
          <a:xfrm>
            <a:off x="1828800" y="3520440"/>
            <a:ext cx="4114800" cy="365760"/>
          </a:xfrm>
          <a:prstGeom prst="rect">
            <a:avLst/>
          </a:prstGeom>
          <a:noFill/>
        </p:spPr>
        <p:txBody>
          <a:bodyPr wrap="square" anchor="t" lIns="0" rIns="0" tIns="0" bIns="0">
            <a:spAutoFit/>
          </a:bodyPr>
          <a:lstStyle/>
          <a:p>
            <a:pPr algn="l"/>
            <a:r>
              <a:rPr sz="1700" b="1" i="0">
                <a:solidFill>
                  <a:srgbClr val="FFFFFF"/>
                </a:solidFill>
                <a:latin typeface="Calibri"/>
              </a:rPr>
              <a:t>Cache</a:t>
            </a:r>
          </a:p>
        </p:txBody>
      </p:sp>
      <p:sp>
        <p:nvSpPr>
          <p:cNvPr id="17" name="TextBox 16"/>
          <p:cNvSpPr txBox="1"/>
          <p:nvPr/>
        </p:nvSpPr>
        <p:spPr>
          <a:xfrm>
            <a:off x="1828800" y="3849624"/>
            <a:ext cx="8961120" cy="320040"/>
          </a:xfrm>
          <a:prstGeom prst="rect">
            <a:avLst/>
          </a:prstGeom>
          <a:noFill/>
        </p:spPr>
        <p:txBody>
          <a:bodyPr wrap="square" anchor="t" lIns="0" rIns="0" tIns="0" bIns="0">
            <a:spAutoFit/>
          </a:bodyPr>
          <a:lstStyle/>
          <a:p>
            <a:pPr algn="l"/>
            <a:r>
              <a:rPr sz="1200" b="0" i="0">
                <a:solidFill>
                  <a:srgbClr val="D5D5D5"/>
                </a:solidFill>
                <a:latin typeface="Calibri"/>
              </a:rPr>
              <a:t>Authorization-aware, freshness-bounded</a:t>
            </a:r>
          </a:p>
        </p:txBody>
      </p:sp>
      <p:sp>
        <p:nvSpPr>
          <p:cNvPr id="18" name="TextBox 17"/>
          <p:cNvSpPr txBox="1"/>
          <p:nvPr/>
        </p:nvSpPr>
        <p:spPr>
          <a:xfrm>
            <a:off x="1828800" y="4178808"/>
            <a:ext cx="7315200" cy="256032"/>
          </a:xfrm>
          <a:prstGeom prst="rect">
            <a:avLst/>
          </a:prstGeom>
          <a:noFill/>
        </p:spPr>
        <p:txBody>
          <a:bodyPr wrap="square" anchor="t" lIns="0" rIns="0" tIns="0" bIns="0">
            <a:spAutoFit/>
          </a:bodyPr>
          <a:lstStyle/>
          <a:p>
            <a:pPr algn="l"/>
            <a:r>
              <a:rPr sz="900" b="0" i="0">
                <a:solidFill>
                  <a:srgbClr val="9A9A9A"/>
                </a:solidFill>
                <a:latin typeface="Calibri"/>
              </a:rPr>
              <a:t>▼  higher source wins on conflict — always</a:t>
            </a:r>
          </a:p>
        </p:txBody>
      </p:sp>
      <p:sp>
        <p:nvSpPr>
          <p:cNvPr id="19" name="Rounded Rectangle 18"/>
          <p:cNvSpPr/>
          <p:nvPr/>
        </p:nvSpPr>
        <p:spPr>
          <a:xfrm>
            <a:off x="868680" y="4325112"/>
            <a:ext cx="146304" cy="749808"/>
          </a:xfrm>
          <a:prstGeom prst="roundRect">
            <a:avLst/>
          </a:prstGeom>
          <a:solidFill>
            <a:srgbClr val="7F19B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38100" bIns="38100"/>
          <a:lstStyle/>
          <a:p>
            <a:pPr algn="ctr"/>
            <a:r>
              <a:rPr sz="1300" b="1">
                <a:solidFill>
                  <a:srgbClr val="FFFFFF"/>
                </a:solidFill>
                <a:latin typeface="Calibri"/>
              </a:rPr>
              <a:t/>
            </a:r>
          </a:p>
        </p:txBody>
      </p:sp>
      <p:sp>
        <p:nvSpPr>
          <p:cNvPr id="20" name="Oval 19"/>
          <p:cNvSpPr/>
          <p:nvPr/>
        </p:nvSpPr>
        <p:spPr>
          <a:xfrm>
            <a:off x="1124712" y="4443984"/>
            <a:ext cx="512064" cy="512064"/>
          </a:xfrm>
          <a:prstGeom prst="ellipse">
            <a:avLst/>
          </a:prstGeom>
          <a:solidFill>
            <a:srgbClr val="1E222B"/>
          </a:solidFill>
          <a:ln w="15875">
            <a:solidFill>
              <a:srgbClr val="7F19BE"/>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38100" bIns="38100"/>
          <a:lstStyle/>
          <a:p>
            <a:pPr algn="ctr"/>
            <a:r>
              <a:rPr sz="1800" b="1">
                <a:solidFill>
                  <a:srgbClr val="7F19BE"/>
                </a:solidFill>
                <a:latin typeface="Calibri"/>
              </a:rPr>
              <a:t>4</a:t>
            </a:r>
          </a:p>
        </p:txBody>
      </p:sp>
      <p:sp>
        <p:nvSpPr>
          <p:cNvPr id="21" name="TextBox 20"/>
          <p:cNvSpPr txBox="1"/>
          <p:nvPr/>
        </p:nvSpPr>
        <p:spPr>
          <a:xfrm>
            <a:off x="1828800" y="4398264"/>
            <a:ext cx="4114800" cy="365760"/>
          </a:xfrm>
          <a:prstGeom prst="rect">
            <a:avLst/>
          </a:prstGeom>
          <a:noFill/>
        </p:spPr>
        <p:txBody>
          <a:bodyPr wrap="square" anchor="t" lIns="0" rIns="0" tIns="0" bIns="0">
            <a:spAutoFit/>
          </a:bodyPr>
          <a:lstStyle/>
          <a:p>
            <a:pPr algn="l"/>
            <a:r>
              <a:rPr sz="1700" b="1" i="0">
                <a:solidFill>
                  <a:srgbClr val="FFFFFF"/>
                </a:solidFill>
                <a:latin typeface="Calibri"/>
              </a:rPr>
              <a:t>RAG</a:t>
            </a:r>
          </a:p>
        </p:txBody>
      </p:sp>
      <p:sp>
        <p:nvSpPr>
          <p:cNvPr id="22" name="TextBox 21"/>
          <p:cNvSpPr txBox="1"/>
          <p:nvPr/>
        </p:nvSpPr>
        <p:spPr>
          <a:xfrm>
            <a:off x="1828800" y="4727448"/>
            <a:ext cx="8961120" cy="320040"/>
          </a:xfrm>
          <a:prstGeom prst="rect">
            <a:avLst/>
          </a:prstGeom>
          <a:noFill/>
        </p:spPr>
        <p:txBody>
          <a:bodyPr wrap="square" anchor="t" lIns="0" rIns="0" tIns="0" bIns="0">
            <a:spAutoFit/>
          </a:bodyPr>
          <a:lstStyle/>
          <a:p>
            <a:pPr algn="l"/>
            <a:r>
              <a:rPr sz="1200" b="0" i="0">
                <a:solidFill>
                  <a:srgbClr val="D5D5D5"/>
                </a:solidFill>
                <a:latin typeface="Calibri"/>
              </a:rPr>
              <a:t>Retrieved knowledge — cited, ACL-enforced</a:t>
            </a:r>
          </a:p>
        </p:txBody>
      </p:sp>
      <p:sp>
        <p:nvSpPr>
          <p:cNvPr id="23" name="TextBox 22"/>
          <p:cNvSpPr txBox="1"/>
          <p:nvPr/>
        </p:nvSpPr>
        <p:spPr>
          <a:xfrm>
            <a:off x="1828800" y="5056632"/>
            <a:ext cx="7315200" cy="256032"/>
          </a:xfrm>
          <a:prstGeom prst="rect">
            <a:avLst/>
          </a:prstGeom>
          <a:noFill/>
        </p:spPr>
        <p:txBody>
          <a:bodyPr wrap="square" anchor="t" lIns="0" rIns="0" tIns="0" bIns="0">
            <a:spAutoFit/>
          </a:bodyPr>
          <a:lstStyle/>
          <a:p>
            <a:pPr algn="l"/>
            <a:r>
              <a:rPr sz="900" b="0" i="0">
                <a:solidFill>
                  <a:srgbClr val="9A9A9A"/>
                </a:solidFill>
                <a:latin typeface="Calibri"/>
              </a:rPr>
              <a:t>▼  higher source wins on conflict — always</a:t>
            </a:r>
          </a:p>
        </p:txBody>
      </p:sp>
      <p:sp>
        <p:nvSpPr>
          <p:cNvPr id="24" name="Rounded Rectangle 23"/>
          <p:cNvSpPr/>
          <p:nvPr/>
        </p:nvSpPr>
        <p:spPr>
          <a:xfrm>
            <a:off x="868680" y="5202936"/>
            <a:ext cx="146304" cy="749808"/>
          </a:xfrm>
          <a:prstGeom prst="roundRect">
            <a:avLst/>
          </a:prstGeom>
          <a:solidFill>
            <a:srgbClr val="FE25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38100" bIns="38100"/>
          <a:lstStyle/>
          <a:p>
            <a:pPr algn="ctr"/>
            <a:r>
              <a:rPr sz="1300" b="1">
                <a:solidFill>
                  <a:srgbClr val="FFFFFF"/>
                </a:solidFill>
                <a:latin typeface="Calibri"/>
              </a:rPr>
              <a:t/>
            </a:r>
          </a:p>
        </p:txBody>
      </p:sp>
      <p:sp>
        <p:nvSpPr>
          <p:cNvPr id="25" name="Oval 24"/>
          <p:cNvSpPr/>
          <p:nvPr/>
        </p:nvSpPr>
        <p:spPr>
          <a:xfrm>
            <a:off x="1124712" y="5321808"/>
            <a:ext cx="512064" cy="512064"/>
          </a:xfrm>
          <a:prstGeom prst="ellipse">
            <a:avLst/>
          </a:prstGeom>
          <a:solidFill>
            <a:srgbClr val="1E222B"/>
          </a:solidFill>
          <a:ln w="15875">
            <a:solidFill>
              <a:srgbClr val="FE2579"/>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38100" bIns="38100"/>
          <a:lstStyle/>
          <a:p>
            <a:pPr algn="ctr"/>
            <a:r>
              <a:rPr sz="1800" b="1">
                <a:solidFill>
                  <a:srgbClr val="FE2579"/>
                </a:solidFill>
                <a:latin typeface="Calibri"/>
              </a:rPr>
              <a:t>5</a:t>
            </a:r>
          </a:p>
        </p:txBody>
      </p:sp>
      <p:sp>
        <p:nvSpPr>
          <p:cNvPr id="26" name="TextBox 25"/>
          <p:cNvSpPr txBox="1"/>
          <p:nvPr/>
        </p:nvSpPr>
        <p:spPr>
          <a:xfrm>
            <a:off x="1828800" y="5276088"/>
            <a:ext cx="4114800" cy="365760"/>
          </a:xfrm>
          <a:prstGeom prst="rect">
            <a:avLst/>
          </a:prstGeom>
          <a:noFill/>
        </p:spPr>
        <p:txBody>
          <a:bodyPr wrap="square" anchor="t" lIns="0" rIns="0" tIns="0" bIns="0">
            <a:spAutoFit/>
          </a:bodyPr>
          <a:lstStyle/>
          <a:p>
            <a:pPr algn="l"/>
            <a:r>
              <a:rPr sz="1700" b="1" i="0">
                <a:solidFill>
                  <a:srgbClr val="FFFFFF"/>
                </a:solidFill>
                <a:latin typeface="Calibri"/>
              </a:rPr>
              <a:t>SLM output</a:t>
            </a:r>
          </a:p>
        </p:txBody>
      </p:sp>
      <p:sp>
        <p:nvSpPr>
          <p:cNvPr id="27" name="TextBox 26"/>
          <p:cNvSpPr txBox="1"/>
          <p:nvPr/>
        </p:nvSpPr>
        <p:spPr>
          <a:xfrm>
            <a:off x="1828800" y="5605272"/>
            <a:ext cx="8961120" cy="320040"/>
          </a:xfrm>
          <a:prstGeom prst="rect">
            <a:avLst/>
          </a:prstGeom>
          <a:noFill/>
        </p:spPr>
        <p:txBody>
          <a:bodyPr wrap="square" anchor="t" lIns="0" rIns="0" tIns="0" bIns="0">
            <a:spAutoFit/>
          </a:bodyPr>
          <a:lstStyle/>
          <a:p>
            <a:pPr algn="l"/>
            <a:r>
              <a:rPr sz="1200" b="0" i="0">
                <a:solidFill>
                  <a:srgbClr val="D5D5D5"/>
                </a:solidFill>
                <a:latin typeface="Calibri"/>
              </a:rPr>
              <a:t>Language only — never a source of authority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End-to-end platform architecture</a:t>
            </a:r>
          </a:p>
        </p:txBody>
      </p:sp>
      <p:sp>
        <p:nvSpPr>
          <p:cNvPr id="3" name="Rounded Rectangle 2"/>
          <p:cNvSpPr/>
          <p:nvPr/>
        </p:nvSpPr>
        <p:spPr>
          <a:xfrm>
            <a:off x="457200" y="2788920"/>
            <a:ext cx="11274552" cy="2331720"/>
          </a:xfrm>
          <a:prstGeom prst="roundRect">
            <a:avLst/>
          </a:prstGeom>
          <a:solidFill>
            <a:srgbClr val="14161C"/>
          </a:solidFill>
          <a:ln w="12700">
            <a:solidFill>
              <a:srgbClr val="5300DB"/>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38100" bIns="38100"/>
          <a:lstStyle/>
          <a:p>
            <a:pPr algn="ctr"/>
            <a:r>
              <a:rPr sz="1300" b="1">
                <a:solidFill>
                  <a:srgbClr val="FFFFFF"/>
                </a:solidFill>
                <a:latin typeface="Calibri"/>
              </a:rPr>
              <a:t/>
            </a:r>
          </a:p>
        </p:txBody>
      </p:sp>
      <p:sp>
        <p:nvSpPr>
          <p:cNvPr id="4" name="TextBox 3"/>
          <p:cNvSpPr txBox="1"/>
          <p:nvPr/>
        </p:nvSpPr>
        <p:spPr>
          <a:xfrm>
            <a:off x="640080" y="2852928"/>
            <a:ext cx="7315200" cy="274320"/>
          </a:xfrm>
          <a:prstGeom prst="rect">
            <a:avLst/>
          </a:prstGeom>
          <a:noFill/>
        </p:spPr>
        <p:txBody>
          <a:bodyPr wrap="square" anchor="t" lIns="0" rIns="0" tIns="0" bIns="0">
            <a:spAutoFit/>
          </a:bodyPr>
          <a:lstStyle/>
          <a:p>
            <a:pPr algn="l"/>
            <a:r>
              <a:rPr sz="1000" b="1" i="0">
                <a:solidFill>
                  <a:srgbClr val="5300DB"/>
                </a:solidFill>
                <a:latin typeface="Calibri"/>
              </a:rPr>
              <a:t>AI RUNTIME  ·  single LangGraph process  ·  agents = logical capabilities</a:t>
            </a:r>
          </a:p>
        </p:txBody>
      </p:sp>
      <p:sp>
        <p:nvSpPr>
          <p:cNvPr id="5" name="TextBox 4"/>
          <p:cNvSpPr txBox="1"/>
          <p:nvPr/>
        </p:nvSpPr>
        <p:spPr>
          <a:xfrm>
            <a:off x="4297680" y="2852928"/>
            <a:ext cx="7223760" cy="274320"/>
          </a:xfrm>
          <a:prstGeom prst="rect">
            <a:avLst/>
          </a:prstGeom>
          <a:noFill/>
        </p:spPr>
        <p:txBody>
          <a:bodyPr wrap="square" anchor="t" lIns="0" rIns="0" tIns="0" bIns="0">
            <a:spAutoFit/>
          </a:bodyPr>
          <a:lstStyle/>
          <a:p>
            <a:pPr algn="r"/>
            <a:r>
              <a:rPr sz="1000" b="1" i="0">
                <a:solidFill>
                  <a:srgbClr val="FE2579"/>
                </a:solidFill>
                <a:latin typeface="Calibri"/>
              </a:rPr>
              <a:t>Guardrails at every boundary (input · context · prompt · tool · model · output)</a:t>
            </a:r>
          </a:p>
        </p:txBody>
      </p:sp>
      <p:sp>
        <p:nvSpPr>
          <p:cNvPr id="6" name="Rounded Rectangle 5"/>
          <p:cNvSpPr/>
          <p:nvPr/>
        </p:nvSpPr>
        <p:spPr>
          <a:xfrm>
            <a:off x="548640" y="1691640"/>
            <a:ext cx="1965960" cy="658368"/>
          </a:xfrm>
          <a:prstGeom prst="roundRect">
            <a:avLst/>
          </a:prstGeom>
          <a:solidFill>
            <a:srgbClr val="1E222B"/>
          </a:solidFill>
          <a:ln w="15875">
            <a:solidFill>
              <a:srgbClr val="2ACCFF"/>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38100" bIns="38100"/>
          <a:lstStyle/>
          <a:p>
            <a:pPr algn="ctr"/>
            <a:r>
              <a:rPr sz="1200" b="1">
                <a:solidFill>
                  <a:srgbClr val="FFFFFF"/>
                </a:solidFill>
                <a:latin typeface="Calibri"/>
              </a:rPr>
              <a:t>Chat UI</a:t>
            </a:r>
          </a:p>
        </p:txBody>
      </p:sp>
      <p:sp>
        <p:nvSpPr>
          <p:cNvPr id="7" name="Rounded Rectangle 6"/>
          <p:cNvSpPr/>
          <p:nvPr/>
        </p:nvSpPr>
        <p:spPr>
          <a:xfrm>
            <a:off x="2825496" y="1691640"/>
            <a:ext cx="1965960" cy="658368"/>
          </a:xfrm>
          <a:prstGeom prst="roundRect">
            <a:avLst/>
          </a:prstGeom>
          <a:solidFill>
            <a:srgbClr val="1E222B"/>
          </a:solidFill>
          <a:ln w="15875">
            <a:solidFill>
              <a:srgbClr val="0283FF"/>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38100" bIns="38100"/>
          <a:lstStyle/>
          <a:p>
            <a:pPr algn="ctr"/>
            <a:r>
              <a:rPr sz="1200" b="1">
                <a:solidFill>
                  <a:srgbClr val="FFFFFF"/>
                </a:solidFill>
                <a:latin typeface="Calibri"/>
              </a:rPr>
              <a:t>APIM</a:t>
            </a:r>
          </a:p>
          <a:p>
            <a:pPr algn="ctr"/>
            <a:r>
              <a:rPr sz="1200" b="1">
                <a:solidFill>
                  <a:srgbClr val="FFFFFF"/>
                </a:solidFill>
                <a:latin typeface="Calibri"/>
              </a:rPr>
              <a:t>authN / authZ</a:t>
            </a:r>
          </a:p>
        </p:txBody>
      </p:sp>
      <p:cxnSp>
        <p:nvCxnSpPr>
          <p:cNvPr id="8" name="Connector 7"/>
          <p:cNvCxnSpPr/>
          <p:nvPr/>
        </p:nvCxnSpPr>
        <p:spPr>
          <a:xfrm>
            <a:off x="2514600" y="2020824"/>
            <a:ext cx="310896" cy="0"/>
          </a:xfrm>
          <a:prstGeom prst="line">
            <a:avLst/>
          </a:prstGeom>
          <a:ln w="19050">
            <a:solidFill>
              <a:srgbClr val="D5D5D5"/>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5102352" y="1691640"/>
            <a:ext cx="1965960" cy="658368"/>
          </a:xfrm>
          <a:prstGeom prst="roundRect">
            <a:avLst/>
          </a:prstGeom>
          <a:solidFill>
            <a:srgbClr val="1E222B"/>
          </a:solidFill>
          <a:ln w="15875">
            <a:solidFill>
              <a:srgbClr val="2ACCFF"/>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38100" bIns="38100"/>
          <a:lstStyle/>
          <a:p>
            <a:pPr algn="ctr"/>
            <a:r>
              <a:rPr sz="1200" b="1">
                <a:solidFill>
                  <a:srgbClr val="FFFFFF"/>
                </a:solidFill>
                <a:latin typeface="Calibri"/>
              </a:rPr>
              <a:t>FastAPI</a:t>
            </a:r>
          </a:p>
          <a:p>
            <a:pPr algn="ctr"/>
            <a:r>
              <a:rPr sz="1200" b="1">
                <a:solidFill>
                  <a:srgbClr val="FFFFFF"/>
                </a:solidFill>
                <a:latin typeface="Calibri"/>
              </a:rPr>
              <a:t>thin API</a:t>
            </a:r>
          </a:p>
        </p:txBody>
      </p:sp>
      <p:cxnSp>
        <p:nvCxnSpPr>
          <p:cNvPr id="10" name="Connector 9"/>
          <p:cNvCxnSpPr/>
          <p:nvPr/>
        </p:nvCxnSpPr>
        <p:spPr>
          <a:xfrm>
            <a:off x="4791456" y="2020824"/>
            <a:ext cx="310896" cy="0"/>
          </a:xfrm>
          <a:prstGeom prst="line">
            <a:avLst/>
          </a:prstGeom>
          <a:ln w="19050">
            <a:solidFill>
              <a:srgbClr val="D5D5D5"/>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7379208" y="1691640"/>
            <a:ext cx="1965960" cy="658368"/>
          </a:xfrm>
          <a:prstGeom prst="roundRect">
            <a:avLst/>
          </a:prstGeom>
          <a:solidFill>
            <a:srgbClr val="1E222B"/>
          </a:solidFill>
          <a:ln w="15875">
            <a:solidFill>
              <a:srgbClr val="FED038"/>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38100" bIns="38100"/>
          <a:lstStyle/>
          <a:p>
            <a:pPr algn="ctr"/>
            <a:r>
              <a:rPr sz="1200" b="1">
                <a:solidFill>
                  <a:srgbClr val="FFFFFF"/>
                </a:solidFill>
                <a:latin typeface="Calibri"/>
              </a:rPr>
              <a:t>Supervisor</a:t>
            </a:r>
          </a:p>
          <a:p>
            <a:pPr algn="ctr"/>
            <a:r>
              <a:rPr sz="1200" b="1">
                <a:solidFill>
                  <a:srgbClr val="FFFFFF"/>
                </a:solidFill>
                <a:latin typeface="Calibri"/>
              </a:rPr>
              <a:t>intent routing</a:t>
            </a:r>
          </a:p>
        </p:txBody>
      </p:sp>
      <p:cxnSp>
        <p:nvCxnSpPr>
          <p:cNvPr id="12" name="Connector 11"/>
          <p:cNvCxnSpPr/>
          <p:nvPr/>
        </p:nvCxnSpPr>
        <p:spPr>
          <a:xfrm>
            <a:off x="7068312" y="2020824"/>
            <a:ext cx="310896" cy="0"/>
          </a:xfrm>
          <a:prstGeom prst="line">
            <a:avLst/>
          </a:prstGeom>
          <a:ln w="19050">
            <a:solidFill>
              <a:srgbClr val="D5D5D5"/>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9656064" y="1691640"/>
            <a:ext cx="1965960" cy="658368"/>
          </a:xfrm>
          <a:prstGeom prst="roundRect">
            <a:avLst/>
          </a:prstGeom>
          <a:solidFill>
            <a:srgbClr val="1E222B"/>
          </a:solidFill>
          <a:ln w="15875">
            <a:solidFill>
              <a:srgbClr val="48E84A"/>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38100" bIns="38100"/>
          <a:lstStyle/>
          <a:p>
            <a:pPr algn="ctr"/>
            <a:r>
              <a:rPr sz="1200" b="1">
                <a:solidFill>
                  <a:srgbClr val="FFFFFF"/>
                </a:solidFill>
                <a:latin typeface="Calibri"/>
              </a:rPr>
              <a:t>LangGraph</a:t>
            </a:r>
          </a:p>
          <a:p>
            <a:pPr algn="ctr"/>
            <a:r>
              <a:rPr sz="1200" b="1">
                <a:solidFill>
                  <a:srgbClr val="FFFFFF"/>
                </a:solidFill>
                <a:latin typeface="Calibri"/>
              </a:rPr>
              <a:t>orchestration</a:t>
            </a:r>
          </a:p>
        </p:txBody>
      </p:sp>
      <p:cxnSp>
        <p:nvCxnSpPr>
          <p:cNvPr id="14" name="Connector 13"/>
          <p:cNvCxnSpPr/>
          <p:nvPr/>
        </p:nvCxnSpPr>
        <p:spPr>
          <a:xfrm>
            <a:off x="9345168" y="2020824"/>
            <a:ext cx="310896" cy="0"/>
          </a:xfrm>
          <a:prstGeom prst="line">
            <a:avLst/>
          </a:prstGeom>
          <a:ln w="19050">
            <a:solidFill>
              <a:srgbClr val="D5D5D5"/>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0639044" y="2350008"/>
            <a:ext cx="0" cy="438912"/>
          </a:xfrm>
          <a:prstGeom prst="line">
            <a:avLst/>
          </a:prstGeom>
          <a:ln w="22225">
            <a:solidFill>
              <a:srgbClr val="48E84A"/>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685800" y="3246120"/>
            <a:ext cx="2194560" cy="868680"/>
          </a:xfrm>
          <a:prstGeom prst="roundRect">
            <a:avLst/>
          </a:prstGeom>
          <a:solidFill>
            <a:srgbClr val="1E222B"/>
          </a:solidFill>
          <a:ln w="15875">
            <a:solidFill>
              <a:srgbClr val="FED038"/>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38100" bIns="38100"/>
          <a:lstStyle/>
          <a:p>
            <a:pPr algn="ctr"/>
            <a:r>
              <a:rPr sz="1200" b="1">
                <a:solidFill>
                  <a:srgbClr val="FFFFFF"/>
                </a:solidFill>
                <a:latin typeface="Calibri"/>
              </a:rPr>
              <a:t>Agents</a:t>
            </a:r>
          </a:p>
          <a:p>
            <a:pPr algn="ctr"/>
            <a:r>
              <a:rPr sz="1200" b="1">
                <a:solidFill>
                  <a:srgbClr val="FFFFFF"/>
                </a:solidFill>
                <a:latin typeface="Calibri"/>
              </a:rPr>
              <a:t>(AffiliationAgent first)</a:t>
            </a:r>
          </a:p>
        </p:txBody>
      </p:sp>
      <p:sp>
        <p:nvSpPr>
          <p:cNvPr id="17" name="Rounded Rectangle 16"/>
          <p:cNvSpPr/>
          <p:nvPr/>
        </p:nvSpPr>
        <p:spPr>
          <a:xfrm>
            <a:off x="3154680" y="3566160"/>
            <a:ext cx="1627632" cy="868680"/>
          </a:xfrm>
          <a:prstGeom prst="roundRect">
            <a:avLst/>
          </a:prstGeom>
          <a:solidFill>
            <a:srgbClr val="1E222B"/>
          </a:solidFill>
          <a:ln w="15875">
            <a:solidFill>
              <a:srgbClr val="2ACCFF"/>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38100" bIns="38100"/>
          <a:lstStyle/>
          <a:p>
            <a:pPr algn="ctr"/>
            <a:r>
              <a:rPr sz="1100" b="1">
                <a:solidFill>
                  <a:srgbClr val="FFFFFF"/>
                </a:solidFill>
                <a:latin typeface="Calibri"/>
              </a:rPr>
              <a:t>ERC</a:t>
            </a:r>
          </a:p>
          <a:p>
            <a:pPr algn="ctr"/>
            <a:r>
              <a:rPr sz="1100" b="1">
                <a:solidFill>
                  <a:srgbClr val="FFFFFF"/>
                </a:solidFill>
                <a:latin typeface="Calibri"/>
              </a:rPr>
              <a:t>enterprise context</a:t>
            </a:r>
          </a:p>
        </p:txBody>
      </p:sp>
      <p:sp>
        <p:nvSpPr>
          <p:cNvPr id="18" name="Rounded Rectangle 17"/>
          <p:cNvSpPr/>
          <p:nvPr/>
        </p:nvSpPr>
        <p:spPr>
          <a:xfrm>
            <a:off x="4892040" y="3566160"/>
            <a:ext cx="1627632" cy="868680"/>
          </a:xfrm>
          <a:prstGeom prst="roundRect">
            <a:avLst/>
          </a:prstGeom>
          <a:solidFill>
            <a:srgbClr val="1E222B"/>
          </a:solidFill>
          <a:ln w="15875">
            <a:solidFill>
              <a:srgbClr val="0283FF"/>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38100" bIns="38100"/>
          <a:lstStyle/>
          <a:p>
            <a:pPr algn="ctr"/>
            <a:r>
              <a:rPr sz="1100" b="1">
                <a:solidFill>
                  <a:srgbClr val="FFFFFF"/>
                </a:solidFill>
                <a:latin typeface="Calibri"/>
              </a:rPr>
              <a:t>Tools / MCP</a:t>
            </a:r>
          </a:p>
        </p:txBody>
      </p:sp>
      <p:sp>
        <p:nvSpPr>
          <p:cNvPr id="19" name="Rounded Rectangle 18"/>
          <p:cNvSpPr/>
          <p:nvPr/>
        </p:nvSpPr>
        <p:spPr>
          <a:xfrm>
            <a:off x="6629400" y="3566160"/>
            <a:ext cx="1627632" cy="868680"/>
          </a:xfrm>
          <a:prstGeom prst="roundRect">
            <a:avLst/>
          </a:prstGeom>
          <a:solidFill>
            <a:srgbClr val="1E222B"/>
          </a:solidFill>
          <a:ln w="15875">
            <a:solidFill>
              <a:srgbClr val="48E84A"/>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38100" bIns="38100"/>
          <a:lstStyle/>
          <a:p>
            <a:pPr algn="ctr"/>
            <a:r>
              <a:rPr sz="1100" b="1">
                <a:solidFill>
                  <a:srgbClr val="FFFFFF"/>
                </a:solidFill>
                <a:latin typeface="Calibri"/>
              </a:rPr>
              <a:t>RAG</a:t>
            </a:r>
          </a:p>
          <a:p>
            <a:pPr algn="ctr"/>
            <a:r>
              <a:rPr sz="1100" b="1">
                <a:solidFill>
                  <a:srgbClr val="FFFFFF"/>
                </a:solidFill>
                <a:latin typeface="Calibri"/>
              </a:rPr>
              <a:t>knowledge</a:t>
            </a:r>
          </a:p>
        </p:txBody>
      </p:sp>
      <p:sp>
        <p:nvSpPr>
          <p:cNvPr id="20" name="Rounded Rectangle 19"/>
          <p:cNvSpPr/>
          <p:nvPr/>
        </p:nvSpPr>
        <p:spPr>
          <a:xfrm>
            <a:off x="8366760" y="3566160"/>
            <a:ext cx="1627632" cy="868680"/>
          </a:xfrm>
          <a:prstGeom prst="roundRect">
            <a:avLst/>
          </a:prstGeom>
          <a:solidFill>
            <a:srgbClr val="1E222B"/>
          </a:solidFill>
          <a:ln w="15875">
            <a:solidFill>
              <a:srgbClr val="FE2579"/>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38100" bIns="38100"/>
          <a:lstStyle/>
          <a:p>
            <a:pPr algn="ctr"/>
            <a:r>
              <a:rPr sz="1100" b="1">
                <a:solidFill>
                  <a:srgbClr val="FFFFFF"/>
                </a:solidFill>
                <a:latin typeface="Calibri"/>
              </a:rPr>
              <a:t>Memory / Cache</a:t>
            </a:r>
          </a:p>
          <a:p>
            <a:pPr algn="ctr"/>
            <a:r>
              <a:rPr sz="1100" b="1">
                <a:solidFill>
                  <a:srgbClr val="FFFFFF"/>
                </a:solidFill>
                <a:latin typeface="Calibri"/>
              </a:rPr>
              <a:t>Redis</a:t>
            </a:r>
          </a:p>
        </p:txBody>
      </p:sp>
      <p:sp>
        <p:nvSpPr>
          <p:cNvPr id="21" name="Rounded Rectangle 20"/>
          <p:cNvSpPr/>
          <p:nvPr/>
        </p:nvSpPr>
        <p:spPr>
          <a:xfrm>
            <a:off x="10104120" y="3566160"/>
            <a:ext cx="1627632" cy="868680"/>
          </a:xfrm>
          <a:prstGeom prst="roundRect">
            <a:avLst/>
          </a:prstGeom>
          <a:solidFill>
            <a:srgbClr val="1E222B"/>
          </a:solidFill>
          <a:ln w="15875">
            <a:solidFill>
              <a:srgbClr val="5300DB"/>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38100" bIns="38100"/>
          <a:lstStyle/>
          <a:p>
            <a:pPr algn="ctr"/>
            <a:r>
              <a:rPr sz="1100" b="1">
                <a:solidFill>
                  <a:srgbClr val="FFFFFF"/>
                </a:solidFill>
                <a:latin typeface="Calibri"/>
              </a:rPr>
              <a:t>SLM</a:t>
            </a:r>
          </a:p>
          <a:p>
            <a:pPr algn="ctr"/>
            <a:r>
              <a:rPr sz="1100" b="1">
                <a:solidFill>
                  <a:srgbClr val="FFFFFF"/>
                </a:solidFill>
                <a:latin typeface="Calibri"/>
              </a:rPr>
              <a:t>HF → vLLM</a:t>
            </a:r>
          </a:p>
        </p:txBody>
      </p:sp>
      <p:cxnSp>
        <p:nvCxnSpPr>
          <p:cNvPr id="22" name="Connector 21"/>
          <p:cNvCxnSpPr/>
          <p:nvPr/>
        </p:nvCxnSpPr>
        <p:spPr>
          <a:xfrm>
            <a:off x="2880360" y="3675887"/>
            <a:ext cx="274320" cy="0"/>
          </a:xfrm>
          <a:prstGeom prst="line">
            <a:avLst/>
          </a:prstGeom>
          <a:ln w="19050">
            <a:solidFill>
              <a:srgbClr val="FED038"/>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685800" y="4617720"/>
            <a:ext cx="6766560" cy="384048"/>
          </a:xfrm>
          <a:prstGeom prst="roundRect">
            <a:avLst/>
          </a:prstGeom>
          <a:solidFill>
            <a:srgbClr val="1E222B"/>
          </a:solidFill>
          <a:ln w="15875">
            <a:solidFill>
              <a:srgbClr val="0283FF"/>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38100" bIns="38100"/>
          <a:lstStyle/>
          <a:p>
            <a:pPr algn="ctr"/>
            <a:r>
              <a:rPr sz="1100" b="1">
                <a:solidFill>
                  <a:srgbClr val="FFFFFF"/>
                </a:solidFill>
                <a:latin typeface="Calibri"/>
              </a:rPr>
              <a:t>Enterprise APIs / Events  —  PFF System of Record (decides &amp; executes)</a:t>
            </a:r>
          </a:p>
        </p:txBody>
      </p:sp>
      <p:sp>
        <p:nvSpPr>
          <p:cNvPr id="24" name="Rounded Rectangle 23"/>
          <p:cNvSpPr/>
          <p:nvPr/>
        </p:nvSpPr>
        <p:spPr>
          <a:xfrm>
            <a:off x="7635240" y="4599432"/>
            <a:ext cx="1554480" cy="420624"/>
          </a:xfrm>
          <a:prstGeom prst="roundRect">
            <a:avLst/>
          </a:prstGeom>
          <a:solidFill>
            <a:srgbClr val="1E222B"/>
          </a:solidFill>
          <a:ln w="15875">
            <a:solidFill>
              <a:srgbClr val="FE2579"/>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38100" bIns="38100"/>
          <a:lstStyle/>
          <a:p>
            <a:pPr algn="ctr"/>
            <a:r>
              <a:rPr sz="1100" b="1">
                <a:solidFill>
                  <a:srgbClr val="FFFFFF"/>
                </a:solidFill>
                <a:latin typeface="Calibri"/>
              </a:rPr>
              <a:t>Output</a:t>
            </a:r>
          </a:p>
          <a:p>
            <a:pPr algn="ctr"/>
            <a:r>
              <a:rPr sz="1100" b="1">
                <a:solidFill>
                  <a:srgbClr val="FFFFFF"/>
                </a:solidFill>
                <a:latin typeface="Calibri"/>
              </a:rPr>
              <a:t>Guardrail</a:t>
            </a:r>
          </a:p>
        </p:txBody>
      </p:sp>
      <p:sp>
        <p:nvSpPr>
          <p:cNvPr id="25" name="Rounded Rectangle 24"/>
          <p:cNvSpPr/>
          <p:nvPr/>
        </p:nvSpPr>
        <p:spPr>
          <a:xfrm>
            <a:off x="9372600" y="4599432"/>
            <a:ext cx="1874519" cy="420624"/>
          </a:xfrm>
          <a:prstGeom prst="roundRect">
            <a:avLst/>
          </a:prstGeom>
          <a:solidFill>
            <a:srgbClr val="1E222B"/>
          </a:solidFill>
          <a:ln w="15875">
            <a:solidFill>
              <a:srgbClr val="2ACCFF"/>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38100" bIns="38100"/>
          <a:lstStyle/>
          <a:p>
            <a:pPr algn="ctr"/>
            <a:r>
              <a:rPr sz="1100" b="1">
                <a:solidFill>
                  <a:srgbClr val="FFFFFF"/>
                </a:solidFill>
                <a:latin typeface="Calibri"/>
              </a:rPr>
              <a:t>Response</a:t>
            </a:r>
          </a:p>
        </p:txBody>
      </p:sp>
      <p:cxnSp>
        <p:nvCxnSpPr>
          <p:cNvPr id="26" name="Connector 25"/>
          <p:cNvCxnSpPr/>
          <p:nvPr/>
        </p:nvCxnSpPr>
        <p:spPr>
          <a:xfrm>
            <a:off x="4023360" y="4434840"/>
            <a:ext cx="0" cy="182880"/>
          </a:xfrm>
          <a:prstGeom prst="line">
            <a:avLst/>
          </a:prstGeom>
          <a:ln w="19050">
            <a:solidFill>
              <a:srgbClr val="0283FF"/>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7452360" y="4800600"/>
            <a:ext cx="182880" cy="0"/>
          </a:xfrm>
          <a:prstGeom prst="line">
            <a:avLst/>
          </a:prstGeom>
          <a:ln w="17780">
            <a:solidFill>
              <a:srgbClr val="D5D5D5"/>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9189720" y="4800600"/>
            <a:ext cx="182880" cy="0"/>
          </a:xfrm>
          <a:prstGeom prst="line">
            <a:avLst/>
          </a:prstGeom>
          <a:ln w="17780">
            <a:solidFill>
              <a:srgbClr val="D5D5D5"/>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457200" y="5257800"/>
            <a:ext cx="11274552" cy="274320"/>
          </a:xfrm>
          <a:prstGeom prst="rect">
            <a:avLst/>
          </a:prstGeom>
          <a:noFill/>
        </p:spPr>
        <p:txBody>
          <a:bodyPr wrap="square" anchor="t" lIns="0" rIns="0" tIns="0" bIns="0">
            <a:spAutoFit/>
          </a:bodyPr>
          <a:lstStyle/>
          <a:p>
            <a:pPr algn="ctr"/>
            <a:r>
              <a:rPr sz="1100" b="1" i="0">
                <a:solidFill>
                  <a:srgbClr val="FED038"/>
                </a:solidFill>
                <a:latin typeface="Calibri"/>
              </a:rPr>
              <a:t>Authoritative-truth precedence:  Enterprise API / Event  ›  ERC  ›  Cache  ›  RAG  ›  SLM output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Four state concepts — kept strictly separate</a:t>
            </a:r>
          </a:p>
        </p:txBody>
      </p:sp>
      <p:sp>
        <p:nvSpPr>
          <p:cNvPr id="3" name="Rounded Rectangle 2"/>
          <p:cNvSpPr/>
          <p:nvPr/>
        </p:nvSpPr>
        <p:spPr>
          <a:xfrm>
            <a:off x="822960" y="1828800"/>
            <a:ext cx="5074920" cy="1874519"/>
          </a:xfrm>
          <a:prstGeom prst="roundRect">
            <a:avLst/>
          </a:prstGeom>
          <a:solidFill>
            <a:srgbClr val="14161C"/>
          </a:solidFill>
          <a:ln w="15875">
            <a:solidFill>
              <a:srgbClr val="2ACCFF"/>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38100" bIns="38100"/>
          <a:lstStyle/>
          <a:p>
            <a:pPr algn="ctr"/>
            <a:r>
              <a:rPr sz="1300" b="1">
                <a:solidFill>
                  <a:srgbClr val="FFFFFF"/>
                </a:solidFill>
                <a:latin typeface="Calibri"/>
              </a:rPr>
              <a:t/>
            </a:r>
          </a:p>
        </p:txBody>
      </p:sp>
      <p:sp>
        <p:nvSpPr>
          <p:cNvPr id="4" name="TextBox 3"/>
          <p:cNvSpPr txBox="1"/>
          <p:nvPr/>
        </p:nvSpPr>
        <p:spPr>
          <a:xfrm>
            <a:off x="1097280" y="2057400"/>
            <a:ext cx="4572000" cy="457200"/>
          </a:xfrm>
          <a:prstGeom prst="rect">
            <a:avLst/>
          </a:prstGeom>
          <a:noFill/>
        </p:spPr>
        <p:txBody>
          <a:bodyPr wrap="square" anchor="t" lIns="0" rIns="0" tIns="0" bIns="0">
            <a:spAutoFit/>
          </a:bodyPr>
          <a:lstStyle/>
          <a:p>
            <a:pPr algn="l"/>
            <a:r>
              <a:rPr sz="1800" b="1" i="0">
                <a:solidFill>
                  <a:srgbClr val="2ACCFF"/>
                </a:solidFill>
                <a:latin typeface="Calibri"/>
              </a:rPr>
              <a:t>Conversation State</a:t>
            </a:r>
          </a:p>
        </p:txBody>
      </p:sp>
      <p:sp>
        <p:nvSpPr>
          <p:cNvPr id="5" name="TextBox 4"/>
          <p:cNvSpPr txBox="1"/>
          <p:nvPr/>
        </p:nvSpPr>
        <p:spPr>
          <a:xfrm>
            <a:off x="1097280" y="2697480"/>
            <a:ext cx="4572000" cy="822960"/>
          </a:xfrm>
          <a:prstGeom prst="rect">
            <a:avLst/>
          </a:prstGeom>
          <a:noFill/>
        </p:spPr>
        <p:txBody>
          <a:bodyPr wrap="square" anchor="t" lIns="0" rIns="0" tIns="0" bIns="0">
            <a:spAutoFit/>
          </a:bodyPr>
          <a:lstStyle/>
          <a:p>
            <a:pPr algn="l"/>
            <a:r>
              <a:rPr sz="1300" b="0" i="0">
                <a:solidFill>
                  <a:srgbClr val="D5D5D5"/>
                </a:solidFill>
                <a:latin typeface="Calibri"/>
              </a:rPr>
              <a:t>turns, messages, intent — per conversation</a:t>
            </a:r>
          </a:p>
        </p:txBody>
      </p:sp>
      <p:sp>
        <p:nvSpPr>
          <p:cNvPr id="6" name="Rounded Rectangle 5"/>
          <p:cNvSpPr/>
          <p:nvPr/>
        </p:nvSpPr>
        <p:spPr>
          <a:xfrm>
            <a:off x="6263640" y="1828800"/>
            <a:ext cx="5074920" cy="1874519"/>
          </a:xfrm>
          <a:prstGeom prst="roundRect">
            <a:avLst/>
          </a:prstGeom>
          <a:solidFill>
            <a:srgbClr val="14161C"/>
          </a:solidFill>
          <a:ln w="15875">
            <a:solidFill>
              <a:srgbClr val="0283FF"/>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38100" bIns="38100"/>
          <a:lstStyle/>
          <a:p>
            <a:pPr algn="ctr"/>
            <a:r>
              <a:rPr sz="1300" b="1">
                <a:solidFill>
                  <a:srgbClr val="FFFFFF"/>
                </a:solidFill>
                <a:latin typeface="Calibri"/>
              </a:rPr>
              <a:t/>
            </a:r>
          </a:p>
        </p:txBody>
      </p:sp>
      <p:sp>
        <p:nvSpPr>
          <p:cNvPr id="7" name="TextBox 6"/>
          <p:cNvSpPr txBox="1"/>
          <p:nvPr/>
        </p:nvSpPr>
        <p:spPr>
          <a:xfrm>
            <a:off x="6537959" y="2057400"/>
            <a:ext cx="4572000" cy="457200"/>
          </a:xfrm>
          <a:prstGeom prst="rect">
            <a:avLst/>
          </a:prstGeom>
          <a:noFill/>
        </p:spPr>
        <p:txBody>
          <a:bodyPr wrap="square" anchor="t" lIns="0" rIns="0" tIns="0" bIns="0">
            <a:spAutoFit/>
          </a:bodyPr>
          <a:lstStyle/>
          <a:p>
            <a:pPr algn="l"/>
            <a:r>
              <a:rPr sz="1800" b="1" i="0">
                <a:solidFill>
                  <a:srgbClr val="0283FF"/>
                </a:solidFill>
                <a:latin typeface="Calibri"/>
              </a:rPr>
              <a:t>Session State</a:t>
            </a:r>
          </a:p>
        </p:txBody>
      </p:sp>
      <p:sp>
        <p:nvSpPr>
          <p:cNvPr id="8" name="TextBox 7"/>
          <p:cNvSpPr txBox="1"/>
          <p:nvPr/>
        </p:nvSpPr>
        <p:spPr>
          <a:xfrm>
            <a:off x="6537959" y="2697480"/>
            <a:ext cx="4572000" cy="822960"/>
          </a:xfrm>
          <a:prstGeom prst="rect">
            <a:avLst/>
          </a:prstGeom>
          <a:noFill/>
        </p:spPr>
        <p:txBody>
          <a:bodyPr wrap="square" anchor="t" lIns="0" rIns="0" tIns="0" bIns="0">
            <a:spAutoFit/>
          </a:bodyPr>
          <a:lstStyle/>
          <a:p>
            <a:pPr algn="l"/>
            <a:r>
              <a:rPr sz="1300" b="0" i="0">
                <a:solidFill>
                  <a:srgbClr val="D5D5D5"/>
                </a:solidFill>
                <a:latin typeface="Calibri"/>
              </a:rPr>
              <a:t>auth context, correlation, ttl — per session</a:t>
            </a:r>
          </a:p>
        </p:txBody>
      </p:sp>
      <p:sp>
        <p:nvSpPr>
          <p:cNvPr id="9" name="Rounded Rectangle 8"/>
          <p:cNvSpPr/>
          <p:nvPr/>
        </p:nvSpPr>
        <p:spPr>
          <a:xfrm>
            <a:off x="822960" y="3977639"/>
            <a:ext cx="5074920" cy="1874519"/>
          </a:xfrm>
          <a:prstGeom prst="roundRect">
            <a:avLst/>
          </a:prstGeom>
          <a:solidFill>
            <a:srgbClr val="14161C"/>
          </a:solidFill>
          <a:ln w="15875">
            <a:solidFill>
              <a:srgbClr val="48E84A"/>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38100" bIns="38100"/>
          <a:lstStyle/>
          <a:p>
            <a:pPr algn="ctr"/>
            <a:r>
              <a:rPr sz="1300" b="1">
                <a:solidFill>
                  <a:srgbClr val="FFFFFF"/>
                </a:solidFill>
                <a:latin typeface="Calibri"/>
              </a:rPr>
              <a:t/>
            </a:r>
          </a:p>
        </p:txBody>
      </p:sp>
      <p:sp>
        <p:nvSpPr>
          <p:cNvPr id="10" name="TextBox 9"/>
          <p:cNvSpPr txBox="1"/>
          <p:nvPr/>
        </p:nvSpPr>
        <p:spPr>
          <a:xfrm>
            <a:off x="1097280" y="4206240"/>
            <a:ext cx="4572000" cy="457200"/>
          </a:xfrm>
          <a:prstGeom prst="rect">
            <a:avLst/>
          </a:prstGeom>
          <a:noFill/>
        </p:spPr>
        <p:txBody>
          <a:bodyPr wrap="square" anchor="t" lIns="0" rIns="0" tIns="0" bIns="0">
            <a:spAutoFit/>
          </a:bodyPr>
          <a:lstStyle/>
          <a:p>
            <a:pPr algn="l"/>
            <a:r>
              <a:rPr sz="1800" b="1" i="0">
                <a:solidFill>
                  <a:srgbClr val="48E84A"/>
                </a:solidFill>
                <a:latin typeface="Calibri"/>
              </a:rPr>
              <a:t>Workflow / Agent State</a:t>
            </a:r>
          </a:p>
        </p:txBody>
      </p:sp>
      <p:sp>
        <p:nvSpPr>
          <p:cNvPr id="11" name="TextBox 10"/>
          <p:cNvSpPr txBox="1"/>
          <p:nvPr/>
        </p:nvSpPr>
        <p:spPr>
          <a:xfrm>
            <a:off x="1097280" y="4846320"/>
            <a:ext cx="4572000" cy="822960"/>
          </a:xfrm>
          <a:prstGeom prst="rect">
            <a:avLst/>
          </a:prstGeom>
          <a:noFill/>
        </p:spPr>
        <p:txBody>
          <a:bodyPr wrap="square" anchor="t" lIns="0" rIns="0" tIns="0" bIns="0">
            <a:spAutoFit/>
          </a:bodyPr>
          <a:lstStyle/>
          <a:p>
            <a:pPr algn="l"/>
            <a:r>
              <a:rPr sz="1300" b="0" i="0">
                <a:solidFill>
                  <a:srgbClr val="D5D5D5"/>
                </a:solidFill>
                <a:latin typeface="Calibri"/>
              </a:rPr>
              <a:t>graph state, steps, HIL — per workflow run</a:t>
            </a:r>
          </a:p>
        </p:txBody>
      </p:sp>
      <p:sp>
        <p:nvSpPr>
          <p:cNvPr id="12" name="Rounded Rectangle 11"/>
          <p:cNvSpPr/>
          <p:nvPr/>
        </p:nvSpPr>
        <p:spPr>
          <a:xfrm>
            <a:off x="6263640" y="3977639"/>
            <a:ext cx="5074920" cy="1874519"/>
          </a:xfrm>
          <a:prstGeom prst="roundRect">
            <a:avLst/>
          </a:prstGeom>
          <a:solidFill>
            <a:srgbClr val="14161C"/>
          </a:solidFill>
          <a:ln w="15875">
            <a:solidFill>
              <a:srgbClr val="FE2579"/>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38100" bIns="38100"/>
          <a:lstStyle/>
          <a:p>
            <a:pPr algn="ctr"/>
            <a:r>
              <a:rPr sz="1300" b="1">
                <a:solidFill>
                  <a:srgbClr val="FFFFFF"/>
                </a:solidFill>
                <a:latin typeface="Calibri"/>
              </a:rPr>
              <a:t/>
            </a:r>
          </a:p>
        </p:txBody>
      </p:sp>
      <p:sp>
        <p:nvSpPr>
          <p:cNvPr id="13" name="TextBox 12"/>
          <p:cNvSpPr txBox="1"/>
          <p:nvPr/>
        </p:nvSpPr>
        <p:spPr>
          <a:xfrm>
            <a:off x="6537959" y="4206240"/>
            <a:ext cx="4572000" cy="457200"/>
          </a:xfrm>
          <a:prstGeom prst="rect">
            <a:avLst/>
          </a:prstGeom>
          <a:noFill/>
        </p:spPr>
        <p:txBody>
          <a:bodyPr wrap="square" anchor="t" lIns="0" rIns="0" tIns="0" bIns="0">
            <a:spAutoFit/>
          </a:bodyPr>
          <a:lstStyle/>
          <a:p>
            <a:pPr algn="l"/>
            <a:r>
              <a:rPr sz="1800" b="1" i="0">
                <a:solidFill>
                  <a:srgbClr val="FE2579"/>
                </a:solidFill>
                <a:latin typeface="Calibri"/>
              </a:rPr>
              <a:t>Enterprise Business State</a:t>
            </a:r>
          </a:p>
        </p:txBody>
      </p:sp>
      <p:sp>
        <p:nvSpPr>
          <p:cNvPr id="14" name="TextBox 13"/>
          <p:cNvSpPr txBox="1"/>
          <p:nvPr/>
        </p:nvSpPr>
        <p:spPr>
          <a:xfrm>
            <a:off x="6537959" y="4846320"/>
            <a:ext cx="4572000" cy="822960"/>
          </a:xfrm>
          <a:prstGeom prst="rect">
            <a:avLst/>
          </a:prstGeom>
          <a:noFill/>
        </p:spPr>
        <p:txBody>
          <a:bodyPr wrap="square" anchor="t" lIns="0" rIns="0" tIns="0" bIns="0">
            <a:spAutoFit/>
          </a:bodyPr>
          <a:lstStyle/>
          <a:p>
            <a:pPr algn="l"/>
            <a:r>
              <a:rPr sz="1300" b="0" i="0">
                <a:solidFill>
                  <a:srgbClr val="D5D5D5"/>
                </a:solidFill>
                <a:latin typeface="Calibri"/>
              </a:rPr>
              <a:t>system-of-record truth — owned by PFF</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Scope — affiliation first, catalogue deferred</a:t>
            </a:r>
          </a:p>
        </p:txBody>
      </p:sp>
      <p:sp>
        <p:nvSpPr>
          <p:cNvPr id="3" name="TextBox 2"/>
          <p:cNvSpPr txBox="1"/>
          <p:nvPr/>
        </p:nvSpPr>
        <p:spPr>
          <a:xfrm>
            <a:off x="822960" y="1828800"/>
            <a:ext cx="10515600" cy="4023360"/>
          </a:xfrm>
          <a:prstGeom prst="rect">
            <a:avLst/>
          </a:prstGeom>
          <a:noFill/>
        </p:spPr>
        <p:txBody>
          <a:bodyPr wrap="square" lIns="0" tIns="0">
            <a:spAutoFit/>
          </a:bodyPr>
          <a:lstStyle/>
          <a:p>
            <a:pPr algn="l">
              <a:spcAft>
                <a:spcPts val="1400"/>
              </a:spcAft>
            </a:pPr>
            <a:r>
              <a:rPr sz="1700" b="1">
                <a:solidFill>
                  <a:srgbClr val="2ACCFF"/>
                </a:solidFill>
                <a:latin typeface="Calibri"/>
              </a:rPr>
              <a:t>▸ </a:t>
            </a:r>
            <a:r>
              <a:rPr sz="1700">
                <a:solidFill>
                  <a:srgbClr val="FFFFFF"/>
                </a:solidFill>
                <a:latin typeface="Calibri"/>
              </a:rPr>
              <a:t>One AI runtime; agents are logical capabilities inside it — not one microservice per agent.</a:t>
            </a:r>
          </a:p>
          <a:p>
            <a:pPr algn="l">
              <a:spcAft>
                <a:spcPts val="1400"/>
              </a:spcAft>
            </a:pPr>
            <a:r>
              <a:rPr sz="1700" b="1">
                <a:solidFill>
                  <a:srgbClr val="2ACCFF"/>
                </a:solidFill>
                <a:latin typeface="Calibri"/>
              </a:rPr>
              <a:t>▸ </a:t>
            </a:r>
            <a:r>
              <a:rPr sz="1700">
                <a:solidFill>
                  <a:srgbClr val="FFFFFF"/>
                </a:solidFill>
                <a:latin typeface="Calibri"/>
              </a:rPr>
              <a:t>AffiliationAgent is the only agent built in the first pass (Phase 23).</a:t>
            </a:r>
          </a:p>
          <a:p>
            <a:pPr algn="l">
              <a:spcAft>
                <a:spcPts val="1400"/>
              </a:spcAft>
            </a:pPr>
            <a:r>
              <a:rPr sz="1700" b="1">
                <a:solidFill>
                  <a:srgbClr val="2ACCFF"/>
                </a:solidFill>
                <a:latin typeface="Calibri"/>
              </a:rPr>
              <a:t>▸ </a:t>
            </a:r>
            <a:r>
              <a:rPr sz="1700">
                <a:solidFill>
                  <a:srgbClr val="FFFFFF"/>
                </a:solidFill>
                <a:latin typeface="Calibri"/>
              </a:rPr>
              <a:t>The wider agent catalogue (registration, discipline, officials, competitions…) is a real product decision, deliberately deferred — not invented.</a:t>
            </a:r>
          </a:p>
          <a:p>
            <a:pPr algn="l">
              <a:spcAft>
                <a:spcPts val="1400"/>
              </a:spcAft>
            </a:pPr>
            <a:r>
              <a:rPr sz="1700" b="1">
                <a:solidFill>
                  <a:srgbClr val="2ACCFF"/>
                </a:solidFill>
                <a:latin typeface="Calibri"/>
              </a:rPr>
              <a:t>▸ </a:t>
            </a:r>
            <a:r>
              <a:rPr sz="1700">
                <a:solidFill>
                  <a:srgbClr val="FFFFFF"/>
                </a:solidFill>
                <a:latin typeface="Calibri"/>
              </a:rPr>
              <a:t>Everything is a versioned software artifact: prompts, models, agents, workflows, RAG indexes, guardrails — released as immutable bundles.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Technology at a glance</a:t>
            </a:r>
          </a:p>
        </p:txBody>
      </p:sp>
      <p:pic>
        <p:nvPicPr>
          <p:cNvPr id="3" name="Picture 2" descr="python.png"/>
          <p:cNvPicPr>
            <a:picLocks noChangeAspect="1"/>
          </p:cNvPicPr>
          <p:nvPr/>
        </p:nvPicPr>
        <p:blipFill>
          <a:blip r:embed="rId2"/>
          <a:stretch>
            <a:fillRect/>
          </a:stretch>
        </p:blipFill>
        <p:spPr>
          <a:xfrm>
            <a:off x="1287780" y="1920240"/>
            <a:ext cx="822960" cy="822960"/>
          </a:xfrm>
          <a:prstGeom prst="rect">
            <a:avLst/>
          </a:prstGeom>
        </p:spPr>
      </p:pic>
      <p:sp>
        <p:nvSpPr>
          <p:cNvPr id="4" name="TextBox 3"/>
          <p:cNvSpPr txBox="1"/>
          <p:nvPr/>
        </p:nvSpPr>
        <p:spPr>
          <a:xfrm>
            <a:off x="822960" y="2816352"/>
            <a:ext cx="1752600" cy="274320"/>
          </a:xfrm>
          <a:prstGeom prst="rect">
            <a:avLst/>
          </a:prstGeom>
          <a:noFill/>
        </p:spPr>
        <p:txBody>
          <a:bodyPr wrap="square" anchor="t" lIns="0" rIns="0" tIns="0" bIns="0">
            <a:spAutoFit/>
          </a:bodyPr>
          <a:lstStyle/>
          <a:p>
            <a:pPr algn="ctr"/>
            <a:r>
              <a:rPr sz="900" b="0" i="0">
                <a:solidFill>
                  <a:srgbClr val="D5D5D5"/>
                </a:solidFill>
                <a:latin typeface="Calibri"/>
              </a:rPr>
              <a:t>Python</a:t>
            </a:r>
          </a:p>
        </p:txBody>
      </p:sp>
      <p:pic>
        <p:nvPicPr>
          <p:cNvPr id="5" name="Picture 4" descr="fastapi.png"/>
          <p:cNvPicPr>
            <a:picLocks noChangeAspect="1"/>
          </p:cNvPicPr>
          <p:nvPr/>
        </p:nvPicPr>
        <p:blipFill>
          <a:blip r:embed="rId3"/>
          <a:stretch>
            <a:fillRect/>
          </a:stretch>
        </p:blipFill>
        <p:spPr>
          <a:xfrm>
            <a:off x="3040380" y="1920240"/>
            <a:ext cx="822960" cy="822960"/>
          </a:xfrm>
          <a:prstGeom prst="rect">
            <a:avLst/>
          </a:prstGeom>
        </p:spPr>
      </p:pic>
      <p:sp>
        <p:nvSpPr>
          <p:cNvPr id="6" name="TextBox 5"/>
          <p:cNvSpPr txBox="1"/>
          <p:nvPr/>
        </p:nvSpPr>
        <p:spPr>
          <a:xfrm>
            <a:off x="2575560" y="2816352"/>
            <a:ext cx="1752600" cy="274320"/>
          </a:xfrm>
          <a:prstGeom prst="rect">
            <a:avLst/>
          </a:prstGeom>
          <a:noFill/>
        </p:spPr>
        <p:txBody>
          <a:bodyPr wrap="square" anchor="t" lIns="0" rIns="0" tIns="0" bIns="0">
            <a:spAutoFit/>
          </a:bodyPr>
          <a:lstStyle/>
          <a:p>
            <a:pPr algn="ctr"/>
            <a:r>
              <a:rPr sz="900" b="0" i="0">
                <a:solidFill>
                  <a:srgbClr val="D5D5D5"/>
                </a:solidFill>
                <a:latin typeface="Calibri"/>
              </a:rPr>
              <a:t>FastAPI</a:t>
            </a:r>
          </a:p>
        </p:txBody>
      </p:sp>
      <p:pic>
        <p:nvPicPr>
          <p:cNvPr id="7" name="Picture 6" descr="langgraph.png"/>
          <p:cNvPicPr>
            <a:picLocks noChangeAspect="1"/>
          </p:cNvPicPr>
          <p:nvPr/>
        </p:nvPicPr>
        <p:blipFill>
          <a:blip r:embed="rId4"/>
          <a:stretch>
            <a:fillRect/>
          </a:stretch>
        </p:blipFill>
        <p:spPr>
          <a:xfrm>
            <a:off x="4485894" y="2108166"/>
            <a:ext cx="1437132" cy="447107"/>
          </a:xfrm>
          <a:prstGeom prst="rect">
            <a:avLst/>
          </a:prstGeom>
        </p:spPr>
      </p:pic>
      <p:sp>
        <p:nvSpPr>
          <p:cNvPr id="8" name="TextBox 7"/>
          <p:cNvSpPr txBox="1"/>
          <p:nvPr/>
        </p:nvSpPr>
        <p:spPr>
          <a:xfrm>
            <a:off x="4328160" y="2816352"/>
            <a:ext cx="1752600" cy="274320"/>
          </a:xfrm>
          <a:prstGeom prst="rect">
            <a:avLst/>
          </a:prstGeom>
          <a:noFill/>
        </p:spPr>
        <p:txBody>
          <a:bodyPr wrap="square" anchor="t" lIns="0" rIns="0" tIns="0" bIns="0">
            <a:spAutoFit/>
          </a:bodyPr>
          <a:lstStyle/>
          <a:p>
            <a:pPr algn="ctr"/>
            <a:r>
              <a:rPr sz="900" b="0" i="0">
                <a:solidFill>
                  <a:srgbClr val="D5D5D5"/>
                </a:solidFill>
                <a:latin typeface="Calibri"/>
              </a:rPr>
              <a:t>LangGraph</a:t>
            </a:r>
          </a:p>
        </p:txBody>
      </p:sp>
      <p:pic>
        <p:nvPicPr>
          <p:cNvPr id="9" name="Picture 8" descr="huggingface.png"/>
          <p:cNvPicPr>
            <a:picLocks noChangeAspect="1"/>
          </p:cNvPicPr>
          <p:nvPr/>
        </p:nvPicPr>
        <p:blipFill>
          <a:blip r:embed="rId5"/>
          <a:stretch>
            <a:fillRect/>
          </a:stretch>
        </p:blipFill>
        <p:spPr>
          <a:xfrm>
            <a:off x="6238494" y="2108166"/>
            <a:ext cx="1437132" cy="447107"/>
          </a:xfrm>
          <a:prstGeom prst="rect">
            <a:avLst/>
          </a:prstGeom>
        </p:spPr>
      </p:pic>
      <p:sp>
        <p:nvSpPr>
          <p:cNvPr id="10" name="TextBox 9"/>
          <p:cNvSpPr txBox="1"/>
          <p:nvPr/>
        </p:nvSpPr>
        <p:spPr>
          <a:xfrm>
            <a:off x="6080760" y="2816352"/>
            <a:ext cx="1752600" cy="274320"/>
          </a:xfrm>
          <a:prstGeom prst="rect">
            <a:avLst/>
          </a:prstGeom>
          <a:noFill/>
        </p:spPr>
        <p:txBody>
          <a:bodyPr wrap="square" anchor="t" lIns="0" rIns="0" tIns="0" bIns="0">
            <a:spAutoFit/>
          </a:bodyPr>
          <a:lstStyle/>
          <a:p>
            <a:pPr algn="ctr"/>
            <a:r>
              <a:rPr sz="900" b="0" i="0">
                <a:solidFill>
                  <a:srgbClr val="D5D5D5"/>
                </a:solidFill>
                <a:latin typeface="Calibri"/>
              </a:rPr>
              <a:t>HF SLM</a:t>
            </a:r>
          </a:p>
        </p:txBody>
      </p:sp>
      <p:pic>
        <p:nvPicPr>
          <p:cNvPr id="11" name="Picture 10" descr="vllm.png"/>
          <p:cNvPicPr>
            <a:picLocks noChangeAspect="1"/>
          </p:cNvPicPr>
          <p:nvPr/>
        </p:nvPicPr>
        <p:blipFill>
          <a:blip r:embed="rId6"/>
          <a:stretch>
            <a:fillRect/>
          </a:stretch>
        </p:blipFill>
        <p:spPr>
          <a:xfrm>
            <a:off x="7991094" y="2108166"/>
            <a:ext cx="1437132" cy="447107"/>
          </a:xfrm>
          <a:prstGeom prst="rect">
            <a:avLst/>
          </a:prstGeom>
        </p:spPr>
      </p:pic>
      <p:sp>
        <p:nvSpPr>
          <p:cNvPr id="12" name="TextBox 11"/>
          <p:cNvSpPr txBox="1"/>
          <p:nvPr/>
        </p:nvSpPr>
        <p:spPr>
          <a:xfrm>
            <a:off x="7833360" y="2816352"/>
            <a:ext cx="1752600" cy="274320"/>
          </a:xfrm>
          <a:prstGeom prst="rect">
            <a:avLst/>
          </a:prstGeom>
          <a:noFill/>
        </p:spPr>
        <p:txBody>
          <a:bodyPr wrap="square" anchor="t" lIns="0" rIns="0" tIns="0" bIns="0">
            <a:spAutoFit/>
          </a:bodyPr>
          <a:lstStyle/>
          <a:p>
            <a:pPr algn="ctr"/>
            <a:r>
              <a:rPr sz="900" b="0" i="0">
                <a:solidFill>
                  <a:srgbClr val="D5D5D5"/>
                </a:solidFill>
                <a:latin typeface="Calibri"/>
              </a:rPr>
              <a:t>vLLM</a:t>
            </a:r>
          </a:p>
        </p:txBody>
      </p:sp>
      <p:pic>
        <p:nvPicPr>
          <p:cNvPr id="13" name="Picture 12" descr="aisearch.png"/>
          <p:cNvPicPr>
            <a:picLocks noChangeAspect="1"/>
          </p:cNvPicPr>
          <p:nvPr/>
        </p:nvPicPr>
        <p:blipFill>
          <a:blip r:embed="rId7"/>
          <a:stretch>
            <a:fillRect/>
          </a:stretch>
        </p:blipFill>
        <p:spPr>
          <a:xfrm>
            <a:off x="10050780" y="1920240"/>
            <a:ext cx="822960" cy="822960"/>
          </a:xfrm>
          <a:prstGeom prst="rect">
            <a:avLst/>
          </a:prstGeom>
        </p:spPr>
      </p:pic>
      <p:sp>
        <p:nvSpPr>
          <p:cNvPr id="14" name="TextBox 13"/>
          <p:cNvSpPr txBox="1"/>
          <p:nvPr/>
        </p:nvSpPr>
        <p:spPr>
          <a:xfrm>
            <a:off x="9585960" y="2816352"/>
            <a:ext cx="1752600" cy="274320"/>
          </a:xfrm>
          <a:prstGeom prst="rect">
            <a:avLst/>
          </a:prstGeom>
          <a:noFill/>
        </p:spPr>
        <p:txBody>
          <a:bodyPr wrap="square" anchor="t" lIns="0" rIns="0" tIns="0" bIns="0">
            <a:spAutoFit/>
          </a:bodyPr>
          <a:lstStyle/>
          <a:p>
            <a:pPr algn="ctr"/>
            <a:r>
              <a:rPr sz="900" b="0" i="0">
                <a:solidFill>
                  <a:srgbClr val="D5D5D5"/>
                </a:solidFill>
                <a:latin typeface="Calibri"/>
              </a:rPr>
              <a:t>AI Search</a:t>
            </a:r>
          </a:p>
        </p:txBody>
      </p:sp>
      <p:pic>
        <p:nvPicPr>
          <p:cNvPr id="15" name="Picture 14" descr="aks.png"/>
          <p:cNvPicPr>
            <a:picLocks noChangeAspect="1"/>
          </p:cNvPicPr>
          <p:nvPr/>
        </p:nvPicPr>
        <p:blipFill>
          <a:blip r:embed="rId8"/>
          <a:stretch>
            <a:fillRect/>
          </a:stretch>
        </p:blipFill>
        <p:spPr>
          <a:xfrm>
            <a:off x="1287780" y="3931920"/>
            <a:ext cx="822960" cy="822960"/>
          </a:xfrm>
          <a:prstGeom prst="rect">
            <a:avLst/>
          </a:prstGeom>
        </p:spPr>
      </p:pic>
      <p:sp>
        <p:nvSpPr>
          <p:cNvPr id="16" name="TextBox 15"/>
          <p:cNvSpPr txBox="1"/>
          <p:nvPr/>
        </p:nvSpPr>
        <p:spPr>
          <a:xfrm>
            <a:off x="822960" y="4828032"/>
            <a:ext cx="1752600" cy="274320"/>
          </a:xfrm>
          <a:prstGeom prst="rect">
            <a:avLst/>
          </a:prstGeom>
          <a:noFill/>
        </p:spPr>
        <p:txBody>
          <a:bodyPr wrap="square" anchor="t" lIns="0" rIns="0" tIns="0" bIns="0">
            <a:spAutoFit/>
          </a:bodyPr>
          <a:lstStyle/>
          <a:p>
            <a:pPr algn="ctr"/>
            <a:r>
              <a:rPr sz="900" b="0" i="0">
                <a:solidFill>
                  <a:srgbClr val="D5D5D5"/>
                </a:solidFill>
                <a:latin typeface="Calibri"/>
              </a:rPr>
              <a:t>AKS</a:t>
            </a:r>
          </a:p>
        </p:txBody>
      </p:sp>
      <p:pic>
        <p:nvPicPr>
          <p:cNvPr id="17" name="Picture 16" descr="aisearch.png"/>
          <p:cNvPicPr>
            <a:picLocks noChangeAspect="1"/>
          </p:cNvPicPr>
          <p:nvPr/>
        </p:nvPicPr>
        <p:blipFill>
          <a:blip r:embed="rId7"/>
          <a:stretch>
            <a:fillRect/>
          </a:stretch>
        </p:blipFill>
        <p:spPr>
          <a:xfrm>
            <a:off x="3040380" y="3931920"/>
            <a:ext cx="822960" cy="822960"/>
          </a:xfrm>
          <a:prstGeom prst="rect">
            <a:avLst/>
          </a:prstGeom>
        </p:spPr>
      </p:pic>
      <p:sp>
        <p:nvSpPr>
          <p:cNvPr id="18" name="TextBox 17"/>
          <p:cNvSpPr txBox="1"/>
          <p:nvPr/>
        </p:nvSpPr>
        <p:spPr>
          <a:xfrm>
            <a:off x="2575560" y="4828032"/>
            <a:ext cx="1752600" cy="274320"/>
          </a:xfrm>
          <a:prstGeom prst="rect">
            <a:avLst/>
          </a:prstGeom>
          <a:noFill/>
        </p:spPr>
        <p:txBody>
          <a:bodyPr wrap="square" anchor="t" lIns="0" rIns="0" tIns="0" bIns="0">
            <a:spAutoFit/>
          </a:bodyPr>
          <a:lstStyle/>
          <a:p>
            <a:pPr algn="ctr"/>
            <a:r>
              <a:rPr sz="900" b="0" i="0">
                <a:solidFill>
                  <a:srgbClr val="D5D5D5"/>
                </a:solidFill>
                <a:latin typeface="Calibri"/>
              </a:rPr>
              <a:t>APIM</a:t>
            </a:r>
          </a:p>
        </p:txBody>
      </p:sp>
      <p:pic>
        <p:nvPicPr>
          <p:cNvPr id="19" name="Picture 18" descr="aisearch.png"/>
          <p:cNvPicPr>
            <a:picLocks noChangeAspect="1"/>
          </p:cNvPicPr>
          <p:nvPr/>
        </p:nvPicPr>
        <p:blipFill>
          <a:blip r:embed="rId7"/>
          <a:stretch>
            <a:fillRect/>
          </a:stretch>
        </p:blipFill>
        <p:spPr>
          <a:xfrm>
            <a:off x="4792980" y="3931920"/>
            <a:ext cx="822960" cy="822960"/>
          </a:xfrm>
          <a:prstGeom prst="rect">
            <a:avLst/>
          </a:prstGeom>
        </p:spPr>
      </p:pic>
      <p:sp>
        <p:nvSpPr>
          <p:cNvPr id="20" name="TextBox 19"/>
          <p:cNvSpPr txBox="1"/>
          <p:nvPr/>
        </p:nvSpPr>
        <p:spPr>
          <a:xfrm>
            <a:off x="4328160" y="4828032"/>
            <a:ext cx="1752600" cy="274320"/>
          </a:xfrm>
          <a:prstGeom prst="rect">
            <a:avLst/>
          </a:prstGeom>
          <a:noFill/>
        </p:spPr>
        <p:txBody>
          <a:bodyPr wrap="square" anchor="t" lIns="0" rIns="0" tIns="0" bIns="0">
            <a:spAutoFit/>
          </a:bodyPr>
          <a:lstStyle/>
          <a:p>
            <a:pPr algn="ctr"/>
            <a:r>
              <a:rPr sz="900" b="0" i="0">
                <a:solidFill>
                  <a:srgbClr val="D5D5D5"/>
                </a:solidFill>
                <a:latin typeface="Calibri"/>
              </a:rPr>
              <a:t>Service Bus</a:t>
            </a:r>
          </a:p>
        </p:txBody>
      </p:sp>
      <p:pic>
        <p:nvPicPr>
          <p:cNvPr id="21" name="Picture 20" descr="redis.png"/>
          <p:cNvPicPr>
            <a:picLocks noChangeAspect="1"/>
          </p:cNvPicPr>
          <p:nvPr/>
        </p:nvPicPr>
        <p:blipFill>
          <a:blip r:embed="rId9"/>
          <a:stretch>
            <a:fillRect/>
          </a:stretch>
        </p:blipFill>
        <p:spPr>
          <a:xfrm>
            <a:off x="6545580" y="3931920"/>
            <a:ext cx="822960" cy="822960"/>
          </a:xfrm>
          <a:prstGeom prst="rect">
            <a:avLst/>
          </a:prstGeom>
        </p:spPr>
      </p:pic>
      <p:sp>
        <p:nvSpPr>
          <p:cNvPr id="22" name="TextBox 21"/>
          <p:cNvSpPr txBox="1"/>
          <p:nvPr/>
        </p:nvSpPr>
        <p:spPr>
          <a:xfrm>
            <a:off x="6080760" y="4828032"/>
            <a:ext cx="1752600" cy="274320"/>
          </a:xfrm>
          <a:prstGeom prst="rect">
            <a:avLst/>
          </a:prstGeom>
          <a:noFill/>
        </p:spPr>
        <p:txBody>
          <a:bodyPr wrap="square" anchor="t" lIns="0" rIns="0" tIns="0" bIns="0">
            <a:spAutoFit/>
          </a:bodyPr>
          <a:lstStyle/>
          <a:p>
            <a:pPr algn="ctr"/>
            <a:r>
              <a:rPr sz="900" b="0" i="0">
                <a:solidFill>
                  <a:srgbClr val="D5D5D5"/>
                </a:solidFill>
                <a:latin typeface="Calibri"/>
              </a:rPr>
              <a:t>Redis</a:t>
            </a:r>
          </a:p>
        </p:txBody>
      </p:sp>
      <p:pic>
        <p:nvPicPr>
          <p:cNvPr id="23" name="Picture 22" descr="aisearch.png"/>
          <p:cNvPicPr>
            <a:picLocks noChangeAspect="1"/>
          </p:cNvPicPr>
          <p:nvPr/>
        </p:nvPicPr>
        <p:blipFill>
          <a:blip r:embed="rId7"/>
          <a:stretch>
            <a:fillRect/>
          </a:stretch>
        </p:blipFill>
        <p:spPr>
          <a:xfrm>
            <a:off x="8298180" y="3931920"/>
            <a:ext cx="822960" cy="822960"/>
          </a:xfrm>
          <a:prstGeom prst="rect">
            <a:avLst/>
          </a:prstGeom>
        </p:spPr>
      </p:pic>
      <p:sp>
        <p:nvSpPr>
          <p:cNvPr id="24" name="TextBox 23"/>
          <p:cNvSpPr txBox="1"/>
          <p:nvPr/>
        </p:nvSpPr>
        <p:spPr>
          <a:xfrm>
            <a:off x="7833360" y="4828032"/>
            <a:ext cx="1752600" cy="274320"/>
          </a:xfrm>
          <a:prstGeom prst="rect">
            <a:avLst/>
          </a:prstGeom>
          <a:noFill/>
        </p:spPr>
        <p:txBody>
          <a:bodyPr wrap="square" anchor="t" lIns="0" rIns="0" tIns="0" bIns="0">
            <a:spAutoFit/>
          </a:bodyPr>
          <a:lstStyle/>
          <a:p>
            <a:pPr algn="ctr"/>
            <a:r>
              <a:rPr sz="900" b="0" i="0">
                <a:solidFill>
                  <a:srgbClr val="D5D5D5"/>
                </a:solidFill>
                <a:latin typeface="Calibri"/>
              </a:rPr>
              <a:t>Key Vault</a:t>
            </a:r>
          </a:p>
        </p:txBody>
      </p:sp>
      <p:pic>
        <p:nvPicPr>
          <p:cNvPr id="25" name="Picture 24" descr="langfuse.png"/>
          <p:cNvPicPr>
            <a:picLocks noChangeAspect="1"/>
          </p:cNvPicPr>
          <p:nvPr/>
        </p:nvPicPr>
        <p:blipFill>
          <a:blip r:embed="rId10"/>
          <a:stretch>
            <a:fillRect/>
          </a:stretch>
        </p:blipFill>
        <p:spPr>
          <a:xfrm>
            <a:off x="9743694" y="4119846"/>
            <a:ext cx="1437132" cy="447107"/>
          </a:xfrm>
          <a:prstGeom prst="rect">
            <a:avLst/>
          </a:prstGeom>
        </p:spPr>
      </p:pic>
      <p:sp>
        <p:nvSpPr>
          <p:cNvPr id="26" name="TextBox 25"/>
          <p:cNvSpPr txBox="1"/>
          <p:nvPr/>
        </p:nvSpPr>
        <p:spPr>
          <a:xfrm>
            <a:off x="9585960" y="4828032"/>
            <a:ext cx="1752600" cy="274320"/>
          </a:xfrm>
          <a:prstGeom prst="rect">
            <a:avLst/>
          </a:prstGeom>
          <a:noFill/>
        </p:spPr>
        <p:txBody>
          <a:bodyPr wrap="square" anchor="t" lIns="0" rIns="0" tIns="0" bIns="0">
            <a:spAutoFit/>
          </a:bodyPr>
          <a:lstStyle/>
          <a:p>
            <a:pPr algn="ctr"/>
            <a:r>
              <a:rPr sz="900" b="0" i="0">
                <a:solidFill>
                  <a:srgbClr val="D5D5D5"/>
                </a:solidFill>
                <a:latin typeface="Calibri"/>
              </a:rPr>
              <a:t>Langfuse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ADR programme</a:t>
            </a:r>
          </a:p>
        </p:txBody>
      </p:sp>
      <p:sp>
        <p:nvSpPr>
          <p:cNvPr id="3" name="TextBox 2"/>
          <p:cNvSpPr txBox="1"/>
          <p:nvPr/>
        </p:nvSpPr>
        <p:spPr>
          <a:xfrm>
            <a:off x="822960" y="1234440"/>
            <a:ext cx="10515600" cy="457200"/>
          </a:xfrm>
          <a:prstGeom prst="rect">
            <a:avLst/>
          </a:prstGeom>
          <a:noFill/>
        </p:spPr>
        <p:txBody>
          <a:bodyPr wrap="square" anchor="t" lIns="0" rIns="0" tIns="0" bIns="0">
            <a:spAutoFit/>
          </a:bodyPr>
          <a:lstStyle/>
          <a:p>
            <a:pPr algn="l"/>
            <a:r>
              <a:rPr sz="1500" b="1" i="0">
                <a:solidFill>
                  <a:srgbClr val="2ACCFF"/>
                </a:solidFill>
                <a:latin typeface="Calibri"/>
              </a:rPr>
              <a:t>Every significant decision is recorded and governed</a:t>
            </a:r>
          </a:p>
        </p:txBody>
      </p:sp>
      <p:graphicFrame>
        <p:nvGraphicFramePr>
          <p:cNvPr id="4" name="Table 3"/>
          <p:cNvGraphicFramePr>
            <a:graphicFrameLocks noGrp="1"/>
          </p:cNvGraphicFramePr>
          <p:nvPr/>
        </p:nvGraphicFramePr>
        <p:xfrm>
          <a:off x="822960" y="1783080"/>
          <a:ext cx="10515600" cy="4480560"/>
        </p:xfrm>
        <a:graphic>
          <a:graphicData uri="http://schemas.openxmlformats.org/drawingml/2006/table">
            <a:tbl>
              <a:tblPr firstRow="1">
                <a:tableStyleId>{5C22544A-7EE6-4342-B048-85BDC9FD1C3A}</a:tableStyleId>
              </a:tblPr>
              <a:tblGrid>
                <a:gridCol w="2926080"/>
                <a:gridCol w="914400"/>
                <a:gridCol w="6675120"/>
              </a:tblGrid>
              <a:tr h="448056">
                <a:tc>
                  <a:txBody>
                    <a:bodyPr wrap="square"/>
                    <a:lstStyle/>
                    <a:p>
                      <a:r>
                        <a:rPr sz="1200" b="1">
                          <a:solidFill>
                            <a:srgbClr val="FFFFFF"/>
                          </a:solidFill>
                          <a:latin typeface="Calibri"/>
                        </a:rPr>
                        <a:t>Domain</a:t>
                      </a:r>
                    </a:p>
                  </a:txBody>
                  <a:tcPr marL="63500" marR="63500" marT="25400" marB="25400" anchor="ctr">
                    <a:solidFill>
                      <a:srgbClr val="7F19BE"/>
                    </a:solidFill>
                  </a:tcPr>
                </a:tc>
                <a:tc>
                  <a:txBody>
                    <a:bodyPr wrap="square"/>
                    <a:lstStyle/>
                    <a:p>
                      <a:r>
                        <a:rPr sz="1200" b="1">
                          <a:solidFill>
                            <a:srgbClr val="FFFFFF"/>
                          </a:solidFill>
                          <a:latin typeface="Calibri"/>
                        </a:rPr>
                        <a:t>ADRs</a:t>
                      </a:r>
                    </a:p>
                  </a:txBody>
                  <a:tcPr marL="63500" marR="63500" marT="25400" marB="25400" anchor="ctr">
                    <a:solidFill>
                      <a:srgbClr val="7F19BE"/>
                    </a:solidFill>
                  </a:tcPr>
                </a:tc>
                <a:tc>
                  <a:txBody>
                    <a:bodyPr wrap="square"/>
                    <a:lstStyle/>
                    <a:p>
                      <a:r>
                        <a:rPr sz="1200" b="1">
                          <a:solidFill>
                            <a:srgbClr val="FFFFFF"/>
                          </a:solidFill>
                          <a:latin typeface="Calibri"/>
                        </a:rPr>
                        <a:t>Focus</a:t>
                      </a:r>
                    </a:p>
                  </a:txBody>
                  <a:tcPr marL="63500" marR="63500" marT="25400" marB="25400" anchor="ctr">
                    <a:solidFill>
                      <a:srgbClr val="7F19BE"/>
                    </a:solidFill>
                  </a:tcPr>
                </a:tc>
              </a:tr>
              <a:tr h="448056">
                <a:tc>
                  <a:txBody>
                    <a:bodyPr wrap="square"/>
                    <a:lstStyle/>
                    <a:p>
                      <a:r>
                        <a:rPr sz="1200" b="1">
                          <a:solidFill>
                            <a:srgbClr val="FFFFFF"/>
                          </a:solidFill>
                          <a:latin typeface="Calibri"/>
                        </a:rPr>
                        <a:t>D0 Decision Programme</a:t>
                      </a:r>
                    </a:p>
                  </a:txBody>
                  <a:tcPr marL="63500" marR="63500" marT="25400" marB="25400" anchor="ctr">
                    <a:solidFill>
                      <a:srgbClr val="14161C"/>
                    </a:solidFill>
                  </a:tcPr>
                </a:tc>
                <a:tc>
                  <a:txBody>
                    <a:bodyPr wrap="square"/>
                    <a:lstStyle/>
                    <a:p>
                      <a:r>
                        <a:rPr sz="1200" b="0">
                          <a:solidFill>
                            <a:srgbClr val="D5D5D5"/>
                          </a:solidFill>
                          <a:latin typeface="Calibri"/>
                        </a:rPr>
                        <a:t>4</a:t>
                      </a:r>
                    </a:p>
                  </a:txBody>
                  <a:tcPr marL="63500" marR="63500" marT="25400" marB="25400" anchor="ctr">
                    <a:solidFill>
                      <a:srgbClr val="14161C"/>
                    </a:solidFill>
                  </a:tcPr>
                </a:tc>
                <a:tc>
                  <a:txBody>
                    <a:bodyPr wrap="square"/>
                    <a:lstStyle/>
                    <a:p>
                      <a:r>
                        <a:rPr sz="1200" b="0">
                          <a:solidFill>
                            <a:srgbClr val="D5D5D5"/>
                          </a:solidFill>
                          <a:latin typeface="Calibri"/>
                        </a:rPr>
                        <a:t>ADR governance, review board, open-decision register</a:t>
                      </a:r>
                    </a:p>
                  </a:txBody>
                  <a:tcPr marL="63500" marR="63500" marT="25400" marB="25400" anchor="ctr">
                    <a:solidFill>
                      <a:srgbClr val="14161C"/>
                    </a:solidFill>
                  </a:tcPr>
                </a:tc>
              </a:tr>
              <a:tr h="448056">
                <a:tc>
                  <a:txBody>
                    <a:bodyPr wrap="square"/>
                    <a:lstStyle/>
                    <a:p>
                      <a:r>
                        <a:rPr sz="1200" b="1">
                          <a:solidFill>
                            <a:srgbClr val="FFFFFF"/>
                          </a:solidFill>
                          <a:latin typeface="Calibri"/>
                        </a:rPr>
                        <a:t>D1 Business</a:t>
                      </a:r>
                    </a:p>
                  </a:txBody>
                  <a:tcPr marL="63500" marR="63500" marT="25400" marB="25400" anchor="ctr">
                    <a:solidFill>
                      <a:srgbClr val="1E222B"/>
                    </a:solidFill>
                  </a:tcPr>
                </a:tc>
                <a:tc>
                  <a:txBody>
                    <a:bodyPr wrap="square"/>
                    <a:lstStyle/>
                    <a:p>
                      <a:r>
                        <a:rPr sz="1200" b="0">
                          <a:solidFill>
                            <a:srgbClr val="D5D5D5"/>
                          </a:solidFill>
                          <a:latin typeface="Calibri"/>
                        </a:rPr>
                        <a:t>12</a:t>
                      </a:r>
                    </a:p>
                  </a:txBody>
                  <a:tcPr marL="63500" marR="63500" marT="25400" marB="25400" anchor="ctr">
                    <a:solidFill>
                      <a:srgbClr val="1E222B"/>
                    </a:solidFill>
                  </a:tcPr>
                </a:tc>
                <a:tc>
                  <a:txBody>
                    <a:bodyPr wrap="square"/>
                    <a:lstStyle/>
                    <a:p>
                      <a:r>
                        <a:rPr sz="1200" b="0">
                          <a:solidFill>
                            <a:srgbClr val="D5D5D5"/>
                          </a:solidFill>
                          <a:latin typeface="Calibri"/>
                        </a:rPr>
                        <a:t>scope, Golden Rule, persona, workflows, traceability</a:t>
                      </a:r>
                    </a:p>
                  </a:txBody>
                  <a:tcPr marL="63500" marR="63500" marT="25400" marB="25400" anchor="ctr">
                    <a:solidFill>
                      <a:srgbClr val="1E222B"/>
                    </a:solidFill>
                  </a:tcPr>
                </a:tc>
              </a:tr>
              <a:tr h="448056">
                <a:tc>
                  <a:txBody>
                    <a:bodyPr wrap="square"/>
                    <a:lstStyle/>
                    <a:p>
                      <a:r>
                        <a:rPr sz="1200" b="1">
                          <a:solidFill>
                            <a:srgbClr val="FFFFFF"/>
                          </a:solidFill>
                          <a:latin typeface="Calibri"/>
                        </a:rPr>
                        <a:t>D2 Application</a:t>
                      </a:r>
                    </a:p>
                  </a:txBody>
                  <a:tcPr marL="63500" marR="63500" marT="25400" marB="25400" anchor="ctr">
                    <a:solidFill>
                      <a:srgbClr val="14161C"/>
                    </a:solidFill>
                  </a:tcPr>
                </a:tc>
                <a:tc>
                  <a:txBody>
                    <a:bodyPr wrap="square"/>
                    <a:lstStyle/>
                    <a:p>
                      <a:r>
                        <a:rPr sz="1200" b="0">
                          <a:solidFill>
                            <a:srgbClr val="D5D5D5"/>
                          </a:solidFill>
                          <a:latin typeface="Calibri"/>
                        </a:rPr>
                        <a:t>21</a:t>
                      </a:r>
                    </a:p>
                  </a:txBody>
                  <a:tcPr marL="63500" marR="63500" marT="25400" marB="25400" anchor="ctr">
                    <a:solidFill>
                      <a:srgbClr val="14161C"/>
                    </a:solidFill>
                  </a:tcPr>
                </a:tc>
                <a:tc>
                  <a:txBody>
                    <a:bodyPr wrap="square"/>
                    <a:lstStyle/>
                    <a:p>
                      <a:r>
                        <a:rPr sz="1200" b="0">
                          <a:solidFill>
                            <a:srgbClr val="D5D5D5"/>
                          </a:solidFill>
                          <a:latin typeface="Calibri"/>
                        </a:rPr>
                        <a:t>layering, orchestration, integration, eventing</a:t>
                      </a:r>
                    </a:p>
                  </a:txBody>
                  <a:tcPr marL="63500" marR="63500" marT="25400" marB="25400" anchor="ctr">
                    <a:solidFill>
                      <a:srgbClr val="14161C"/>
                    </a:solidFill>
                  </a:tcPr>
                </a:tc>
              </a:tr>
              <a:tr h="448056">
                <a:tc>
                  <a:txBody>
                    <a:bodyPr wrap="square"/>
                    <a:lstStyle/>
                    <a:p>
                      <a:r>
                        <a:rPr sz="1200" b="1">
                          <a:solidFill>
                            <a:srgbClr val="FFFFFF"/>
                          </a:solidFill>
                          <a:latin typeface="Calibri"/>
                        </a:rPr>
                        <a:t>D3 AI</a:t>
                      </a:r>
                    </a:p>
                  </a:txBody>
                  <a:tcPr marL="63500" marR="63500" marT="25400" marB="25400" anchor="ctr">
                    <a:solidFill>
                      <a:srgbClr val="1E222B"/>
                    </a:solidFill>
                  </a:tcPr>
                </a:tc>
                <a:tc>
                  <a:txBody>
                    <a:bodyPr wrap="square"/>
                    <a:lstStyle/>
                    <a:p>
                      <a:r>
                        <a:rPr sz="1200" b="0">
                          <a:solidFill>
                            <a:srgbClr val="D5D5D5"/>
                          </a:solidFill>
                          <a:latin typeface="Calibri"/>
                        </a:rPr>
                        <a:t>28</a:t>
                      </a:r>
                    </a:p>
                  </a:txBody>
                  <a:tcPr marL="63500" marR="63500" marT="25400" marB="25400" anchor="ctr">
                    <a:solidFill>
                      <a:srgbClr val="1E222B"/>
                    </a:solidFill>
                  </a:tcPr>
                </a:tc>
                <a:tc>
                  <a:txBody>
                    <a:bodyPr wrap="square"/>
                    <a:lstStyle/>
                    <a:p>
                      <a:r>
                        <a:rPr sz="1200" b="0">
                          <a:solidFill>
                            <a:srgbClr val="D5D5D5"/>
                          </a:solidFill>
                          <a:latin typeface="Calibri"/>
                        </a:rPr>
                        <a:t>agents, prompts, SLM, RAG, embeddings, refinement</a:t>
                      </a:r>
                    </a:p>
                  </a:txBody>
                  <a:tcPr marL="63500" marR="63500" marT="25400" marB="25400" anchor="ctr">
                    <a:solidFill>
                      <a:srgbClr val="1E222B"/>
                    </a:solidFill>
                  </a:tcPr>
                </a:tc>
              </a:tr>
              <a:tr h="448056">
                <a:tc>
                  <a:txBody>
                    <a:bodyPr wrap="square"/>
                    <a:lstStyle/>
                    <a:p>
                      <a:r>
                        <a:rPr sz="1200" b="1">
                          <a:solidFill>
                            <a:srgbClr val="FFFFFF"/>
                          </a:solidFill>
                          <a:latin typeface="Calibri"/>
                        </a:rPr>
                        <a:t>D4 Information</a:t>
                      </a:r>
                    </a:p>
                  </a:txBody>
                  <a:tcPr marL="63500" marR="63500" marT="25400" marB="25400" anchor="ctr">
                    <a:solidFill>
                      <a:srgbClr val="14161C"/>
                    </a:solidFill>
                  </a:tcPr>
                </a:tc>
                <a:tc>
                  <a:txBody>
                    <a:bodyPr wrap="square"/>
                    <a:lstStyle/>
                    <a:p>
                      <a:r>
                        <a:rPr sz="1200" b="0">
                          <a:solidFill>
                            <a:srgbClr val="D5D5D5"/>
                          </a:solidFill>
                          <a:latin typeface="Calibri"/>
                        </a:rPr>
                        <a:t>13</a:t>
                      </a:r>
                    </a:p>
                  </a:txBody>
                  <a:tcPr marL="63500" marR="63500" marT="25400" marB="25400" anchor="ctr">
                    <a:solidFill>
                      <a:srgbClr val="14161C"/>
                    </a:solidFill>
                  </a:tcPr>
                </a:tc>
                <a:tc>
                  <a:txBody>
                    <a:bodyPr wrap="square"/>
                    <a:lstStyle/>
                    <a:p>
                      <a:r>
                        <a:rPr sz="1200" b="0">
                          <a:solidFill>
                            <a:srgbClr val="D5D5D5"/>
                          </a:solidFill>
                          <a:latin typeface="Calibri"/>
                        </a:rPr>
                        <a:t>ERC, state, memory, cache, identifiers</a:t>
                      </a:r>
                    </a:p>
                  </a:txBody>
                  <a:tcPr marL="63500" marR="63500" marT="25400" marB="25400" anchor="ctr">
                    <a:solidFill>
                      <a:srgbClr val="14161C"/>
                    </a:solidFill>
                  </a:tcPr>
                </a:tc>
              </a:tr>
              <a:tr h="448056">
                <a:tc>
                  <a:txBody>
                    <a:bodyPr wrap="square"/>
                    <a:lstStyle/>
                    <a:p>
                      <a:r>
                        <a:rPr sz="1200" b="1">
                          <a:solidFill>
                            <a:srgbClr val="FFFFFF"/>
                          </a:solidFill>
                          <a:latin typeface="Calibri"/>
                        </a:rPr>
                        <a:t>D5 Technology</a:t>
                      </a:r>
                    </a:p>
                  </a:txBody>
                  <a:tcPr marL="63500" marR="63500" marT="25400" marB="25400" anchor="ctr">
                    <a:solidFill>
                      <a:srgbClr val="1E222B"/>
                    </a:solidFill>
                  </a:tcPr>
                </a:tc>
                <a:tc>
                  <a:txBody>
                    <a:bodyPr wrap="square"/>
                    <a:lstStyle/>
                    <a:p>
                      <a:r>
                        <a:rPr sz="1200" b="0">
                          <a:solidFill>
                            <a:srgbClr val="D5D5D5"/>
                          </a:solidFill>
                          <a:latin typeface="Calibri"/>
                        </a:rPr>
                        <a:t>20</a:t>
                      </a:r>
                    </a:p>
                  </a:txBody>
                  <a:tcPr marL="63500" marR="63500" marT="25400" marB="25400" anchor="ctr">
                    <a:solidFill>
                      <a:srgbClr val="1E222B"/>
                    </a:solidFill>
                  </a:tcPr>
                </a:tc>
                <a:tc>
                  <a:txBody>
                    <a:bodyPr wrap="square"/>
                    <a:lstStyle/>
                    <a:p>
                      <a:r>
                        <a:rPr sz="1200" b="0">
                          <a:solidFill>
                            <a:srgbClr val="D5D5D5"/>
                          </a:solidFill>
                          <a:latin typeface="Calibri"/>
                        </a:rPr>
                        <a:t>Azure/AKS, APIM, Key Vault, vLLM, delivery</a:t>
                      </a:r>
                    </a:p>
                  </a:txBody>
                  <a:tcPr marL="63500" marR="63500" marT="25400" marB="25400" anchor="ctr">
                    <a:solidFill>
                      <a:srgbClr val="1E222B"/>
                    </a:solidFill>
                  </a:tcPr>
                </a:tc>
              </a:tr>
              <a:tr h="448056">
                <a:tc>
                  <a:txBody>
                    <a:bodyPr wrap="square"/>
                    <a:lstStyle/>
                    <a:p>
                      <a:r>
                        <a:rPr sz="1200" b="1">
                          <a:solidFill>
                            <a:srgbClr val="FFFFFF"/>
                          </a:solidFill>
                          <a:latin typeface="Calibri"/>
                        </a:rPr>
                        <a:t>D6 Security &amp; Governance</a:t>
                      </a:r>
                    </a:p>
                  </a:txBody>
                  <a:tcPr marL="63500" marR="63500" marT="25400" marB="25400" anchor="ctr">
                    <a:solidFill>
                      <a:srgbClr val="14161C"/>
                    </a:solidFill>
                  </a:tcPr>
                </a:tc>
                <a:tc>
                  <a:txBody>
                    <a:bodyPr wrap="square"/>
                    <a:lstStyle/>
                    <a:p>
                      <a:r>
                        <a:rPr sz="1200" b="0">
                          <a:solidFill>
                            <a:srgbClr val="D5D5D5"/>
                          </a:solidFill>
                          <a:latin typeface="Calibri"/>
                        </a:rPr>
                        <a:t>19</a:t>
                      </a:r>
                    </a:p>
                  </a:txBody>
                  <a:tcPr marL="63500" marR="63500" marT="25400" marB="25400" anchor="ctr">
                    <a:solidFill>
                      <a:srgbClr val="14161C"/>
                    </a:solidFill>
                  </a:tcPr>
                </a:tc>
                <a:tc>
                  <a:txBody>
                    <a:bodyPr wrap="square"/>
                    <a:lstStyle/>
                    <a:p>
                      <a:r>
                        <a:rPr sz="1200" b="0">
                          <a:solidFill>
                            <a:srgbClr val="D5D5D5"/>
                          </a:solidFill>
                          <a:latin typeface="Calibri"/>
                        </a:rPr>
                        <a:t>zero-trust, masking, guardrails, GDPR</a:t>
                      </a:r>
                    </a:p>
                  </a:txBody>
                  <a:tcPr marL="63500" marR="63500" marT="25400" marB="25400" anchor="ctr">
                    <a:solidFill>
                      <a:srgbClr val="14161C"/>
                    </a:solidFill>
                  </a:tcPr>
                </a:tc>
              </a:tr>
              <a:tr h="448056">
                <a:tc>
                  <a:txBody>
                    <a:bodyPr wrap="square"/>
                    <a:lstStyle/>
                    <a:p>
                      <a:r>
                        <a:rPr sz="1200" b="1">
                          <a:solidFill>
                            <a:srgbClr val="FFFFFF"/>
                          </a:solidFill>
                          <a:latin typeface="Calibri"/>
                        </a:rPr>
                        <a:t>D7 Operations</a:t>
                      </a:r>
                    </a:p>
                  </a:txBody>
                  <a:tcPr marL="63500" marR="63500" marT="25400" marB="25400" anchor="ctr">
                    <a:solidFill>
                      <a:srgbClr val="1E222B"/>
                    </a:solidFill>
                  </a:tcPr>
                </a:tc>
                <a:tc>
                  <a:txBody>
                    <a:bodyPr wrap="square"/>
                    <a:lstStyle/>
                    <a:p>
                      <a:r>
                        <a:rPr sz="1200" b="0">
                          <a:solidFill>
                            <a:srgbClr val="D5D5D5"/>
                          </a:solidFill>
                          <a:latin typeface="Calibri"/>
                        </a:rPr>
                        <a:t>18</a:t>
                      </a:r>
                    </a:p>
                  </a:txBody>
                  <a:tcPr marL="63500" marR="63500" marT="25400" marB="25400" anchor="ctr">
                    <a:solidFill>
                      <a:srgbClr val="1E222B"/>
                    </a:solidFill>
                  </a:tcPr>
                </a:tc>
                <a:tc>
                  <a:txBody>
                    <a:bodyPr wrap="square"/>
                    <a:lstStyle/>
                    <a:p>
                      <a:r>
                        <a:rPr sz="1200" b="0">
                          <a:solidFill>
                            <a:srgbClr val="D5D5D5"/>
                          </a:solidFill>
                          <a:latin typeface="Calibri"/>
                        </a:rPr>
                        <a:t>observability, CI/CD, testing, LLMOps, DR</a:t>
                      </a:r>
                    </a:p>
                  </a:txBody>
                  <a:tcPr marL="63500" marR="63500" marT="25400" marB="25400" anchor="ctr">
                    <a:solidFill>
                      <a:srgbClr val="1E222B"/>
                    </a:solidFill>
                  </a:tcPr>
                </a:tc>
              </a:tr>
              <a:tr h="448056">
                <a:tc>
                  <a:txBody>
                    <a:bodyPr wrap="square"/>
                    <a:lstStyle/>
                    <a:p>
                      <a:r>
                        <a:rPr sz="1200" b="1">
                          <a:solidFill>
                            <a:srgbClr val="FFFFFF"/>
                          </a:solidFill>
                          <a:latin typeface="Calibri"/>
                        </a:rPr>
                        <a:t>D8 Business Value</a:t>
                      </a:r>
                    </a:p>
                  </a:txBody>
                  <a:tcPr marL="63500" marR="63500" marT="25400" marB="25400" anchor="ctr">
                    <a:solidFill>
                      <a:srgbClr val="14161C"/>
                    </a:solidFill>
                  </a:tcPr>
                </a:tc>
                <a:tc>
                  <a:txBody>
                    <a:bodyPr wrap="square"/>
                    <a:lstStyle/>
                    <a:p>
                      <a:r>
                        <a:rPr sz="1200" b="0">
                          <a:solidFill>
                            <a:srgbClr val="D5D5D5"/>
                          </a:solidFill>
                          <a:latin typeface="Calibri"/>
                        </a:rPr>
                        <a:t>10</a:t>
                      </a:r>
                    </a:p>
                  </a:txBody>
                  <a:tcPr marL="63500" marR="63500" marT="25400" marB="25400" anchor="ctr">
                    <a:solidFill>
                      <a:srgbClr val="14161C"/>
                    </a:solidFill>
                  </a:tcPr>
                </a:tc>
                <a:tc>
                  <a:txBody>
                    <a:bodyPr wrap="square"/>
                    <a:lstStyle/>
                    <a:p>
                      <a:r>
                        <a:rPr sz="1200" b="0">
                          <a:solidFill>
                            <a:srgbClr val="D5D5D5"/>
                          </a:solidFill>
                          <a:latin typeface="Calibri"/>
                        </a:rPr>
                        <a:t>value, metrics, traceability</a:t>
                      </a:r>
                    </a:p>
                  </a:txBody>
                  <a:tcPr marL="63500" marR="63500" marT="25400" marB="25400" anchor="ctr">
                    <a:solidFill>
                      <a:srgbClr val="14161C"/>
                    </a:solidFill>
                  </a:tcPr>
                </a:tc>
              </a:tr>
            </a:tbl>
          </a:graphicData>
        </a:graphic>
      </p:graphicFrame>
      <p:sp>
        <p:nvSpPr>
          <p:cNvPr id="5" name="TextBox 4"/>
          <p:cNvSpPr txBox="1"/>
          <p:nvPr/>
        </p:nvSpPr>
        <p:spPr>
          <a:xfrm>
            <a:off x="822960" y="6355080"/>
            <a:ext cx="10515600" cy="320040"/>
          </a:xfrm>
          <a:prstGeom prst="rect">
            <a:avLst/>
          </a:prstGeom>
          <a:noFill/>
        </p:spPr>
        <p:txBody>
          <a:bodyPr wrap="square" anchor="t" lIns="0" rIns="0" tIns="0" bIns="0">
            <a:spAutoFit/>
          </a:bodyPr>
          <a:lstStyle/>
          <a:p>
            <a:pPr algn="l"/>
            <a:r>
              <a:rPr sz="1200" b="1" i="0">
                <a:solidFill>
                  <a:srgbClr val="FED038"/>
                </a:solidFill>
                <a:latin typeface="Calibri"/>
              </a:rPr>
              <a:t>145 governed ADRs  ·  5 still Proposed and awaiting ARB sign-off (deck 09)</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Cost headline</a:t>
            </a:r>
          </a:p>
        </p:txBody>
      </p:sp>
      <p:sp>
        <p:nvSpPr>
          <p:cNvPr id="3" name="TextBox 2"/>
          <p:cNvSpPr txBox="1"/>
          <p:nvPr/>
        </p:nvSpPr>
        <p:spPr>
          <a:xfrm>
            <a:off x="822960" y="1234440"/>
            <a:ext cx="10515600" cy="457200"/>
          </a:xfrm>
          <a:prstGeom prst="rect">
            <a:avLst/>
          </a:prstGeom>
          <a:noFill/>
        </p:spPr>
        <p:txBody>
          <a:bodyPr wrap="square" anchor="t" lIns="0" rIns="0" tIns="0" bIns="0">
            <a:spAutoFit/>
          </a:bodyPr>
          <a:lstStyle/>
          <a:p>
            <a:pPr algn="l"/>
            <a:r>
              <a:rPr sz="1500" b="1" i="0">
                <a:solidFill>
                  <a:srgbClr val="2ACCFF"/>
                </a:solidFill>
                <a:latin typeface="Calibri"/>
              </a:rPr>
              <a:t>Indicative — Azure UK South, Sept 2026, verify with FinOps</a:t>
            </a:r>
          </a:p>
        </p:txBody>
      </p:sp>
      <p:sp>
        <p:nvSpPr>
          <p:cNvPr id="4" name="Rounded Rectangle 3"/>
          <p:cNvSpPr/>
          <p:nvPr/>
        </p:nvSpPr>
        <p:spPr>
          <a:xfrm>
            <a:off x="822960" y="2011680"/>
            <a:ext cx="2514600" cy="1737360"/>
          </a:xfrm>
          <a:prstGeom prst="roundRect">
            <a:avLst/>
          </a:prstGeom>
          <a:solidFill>
            <a:srgbClr val="14161C"/>
          </a:solidFill>
          <a:ln w="15875">
            <a:solidFill>
              <a:srgbClr val="2ACCFF"/>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38100" bIns="38100"/>
          <a:lstStyle/>
          <a:p>
            <a:pPr algn="ctr"/>
            <a:r>
              <a:rPr sz="1300" b="1">
                <a:solidFill>
                  <a:srgbClr val="FFFFFF"/>
                </a:solidFill>
                <a:latin typeface="Calibri"/>
              </a:rPr>
              <a:t/>
            </a:r>
          </a:p>
        </p:txBody>
      </p:sp>
      <p:sp>
        <p:nvSpPr>
          <p:cNvPr id="5" name="TextBox 4"/>
          <p:cNvSpPr txBox="1"/>
          <p:nvPr/>
        </p:nvSpPr>
        <p:spPr>
          <a:xfrm>
            <a:off x="1051560" y="2240280"/>
            <a:ext cx="2103120" cy="548640"/>
          </a:xfrm>
          <a:prstGeom prst="rect">
            <a:avLst/>
          </a:prstGeom>
          <a:noFill/>
        </p:spPr>
        <p:txBody>
          <a:bodyPr wrap="square" anchor="t" lIns="0" rIns="0" tIns="0" bIns="0">
            <a:spAutoFit/>
          </a:bodyPr>
          <a:lstStyle/>
          <a:p>
            <a:pPr algn="l"/>
            <a:r>
              <a:rPr sz="2000" b="1" i="0">
                <a:solidFill>
                  <a:srgbClr val="2ACCFF"/>
                </a:solidFill>
                <a:latin typeface="Calibri"/>
              </a:rPr>
              <a:t>HF API</a:t>
            </a:r>
          </a:p>
        </p:txBody>
      </p:sp>
      <p:sp>
        <p:nvSpPr>
          <p:cNvPr id="6" name="TextBox 5"/>
          <p:cNvSpPr txBox="1"/>
          <p:nvPr/>
        </p:nvSpPr>
        <p:spPr>
          <a:xfrm>
            <a:off x="1051560" y="2880360"/>
            <a:ext cx="2103120" cy="640080"/>
          </a:xfrm>
          <a:prstGeom prst="rect">
            <a:avLst/>
          </a:prstGeom>
          <a:noFill/>
        </p:spPr>
        <p:txBody>
          <a:bodyPr wrap="square" anchor="t" lIns="0" rIns="0" tIns="0" bIns="0">
            <a:spAutoFit/>
          </a:bodyPr>
          <a:lstStyle/>
          <a:p>
            <a:pPr algn="l"/>
            <a:r>
              <a:rPr sz="1200" b="0" i="0">
                <a:solidFill>
                  <a:srgbClr val="D5D5D5"/>
                </a:solidFill>
                <a:latin typeface="Calibri"/>
              </a:rPr>
              <a:t>hosted SLM phase</a:t>
            </a:r>
          </a:p>
        </p:txBody>
      </p:sp>
      <p:sp>
        <p:nvSpPr>
          <p:cNvPr id="7" name="Rounded Rectangle 6"/>
          <p:cNvSpPr/>
          <p:nvPr/>
        </p:nvSpPr>
        <p:spPr>
          <a:xfrm>
            <a:off x="3520440" y="2011680"/>
            <a:ext cx="2514600" cy="1737360"/>
          </a:xfrm>
          <a:prstGeom prst="roundRect">
            <a:avLst/>
          </a:prstGeom>
          <a:solidFill>
            <a:srgbClr val="14161C"/>
          </a:solidFill>
          <a:ln w="15875">
            <a:solidFill>
              <a:srgbClr val="5300DB"/>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38100" bIns="38100"/>
          <a:lstStyle/>
          <a:p>
            <a:pPr algn="ctr"/>
            <a:r>
              <a:rPr sz="1300" b="1">
                <a:solidFill>
                  <a:srgbClr val="FFFFFF"/>
                </a:solidFill>
                <a:latin typeface="Calibri"/>
              </a:rPr>
              <a:t/>
            </a:r>
          </a:p>
        </p:txBody>
      </p:sp>
      <p:sp>
        <p:nvSpPr>
          <p:cNvPr id="8" name="TextBox 7"/>
          <p:cNvSpPr txBox="1"/>
          <p:nvPr/>
        </p:nvSpPr>
        <p:spPr>
          <a:xfrm>
            <a:off x="3749039" y="2240280"/>
            <a:ext cx="2103120" cy="548640"/>
          </a:xfrm>
          <a:prstGeom prst="rect">
            <a:avLst/>
          </a:prstGeom>
          <a:noFill/>
        </p:spPr>
        <p:txBody>
          <a:bodyPr wrap="square" anchor="t" lIns="0" rIns="0" tIns="0" bIns="0">
            <a:spAutoFit/>
          </a:bodyPr>
          <a:lstStyle/>
          <a:p>
            <a:pPr algn="l"/>
            <a:r>
              <a:rPr sz="2000" b="1" i="0">
                <a:solidFill>
                  <a:srgbClr val="5300DB"/>
                </a:solidFill>
                <a:latin typeface="Calibri"/>
              </a:rPr>
              <a:t>vLLM / GPU</a:t>
            </a:r>
          </a:p>
        </p:txBody>
      </p:sp>
      <p:sp>
        <p:nvSpPr>
          <p:cNvPr id="9" name="TextBox 8"/>
          <p:cNvSpPr txBox="1"/>
          <p:nvPr/>
        </p:nvSpPr>
        <p:spPr>
          <a:xfrm>
            <a:off x="3749039" y="2880360"/>
            <a:ext cx="2103120" cy="640080"/>
          </a:xfrm>
          <a:prstGeom prst="rect">
            <a:avLst/>
          </a:prstGeom>
          <a:noFill/>
        </p:spPr>
        <p:txBody>
          <a:bodyPr wrap="square" anchor="t" lIns="0" rIns="0" tIns="0" bIns="0">
            <a:spAutoFit/>
          </a:bodyPr>
          <a:lstStyle/>
          <a:p>
            <a:pPr algn="l"/>
            <a:r>
              <a:rPr sz="1200" b="0" i="0">
                <a:solidFill>
                  <a:srgbClr val="D5D5D5"/>
                </a:solidFill>
                <a:latin typeface="Calibri"/>
              </a:rPr>
              <a:t>self-hosted target</a:t>
            </a:r>
          </a:p>
        </p:txBody>
      </p:sp>
      <p:sp>
        <p:nvSpPr>
          <p:cNvPr id="10" name="Rounded Rectangle 9"/>
          <p:cNvSpPr/>
          <p:nvPr/>
        </p:nvSpPr>
        <p:spPr>
          <a:xfrm>
            <a:off x="6217920" y="2011680"/>
            <a:ext cx="2514600" cy="1737360"/>
          </a:xfrm>
          <a:prstGeom prst="roundRect">
            <a:avLst/>
          </a:prstGeom>
          <a:solidFill>
            <a:srgbClr val="14161C"/>
          </a:solidFill>
          <a:ln w="15875">
            <a:solidFill>
              <a:srgbClr val="48E84A"/>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38100" bIns="38100"/>
          <a:lstStyle/>
          <a:p>
            <a:pPr algn="ctr"/>
            <a:r>
              <a:rPr sz="1300" b="1">
                <a:solidFill>
                  <a:srgbClr val="FFFFFF"/>
                </a:solidFill>
                <a:latin typeface="Calibri"/>
              </a:rPr>
              <a:t/>
            </a:r>
          </a:p>
        </p:txBody>
      </p:sp>
      <p:sp>
        <p:nvSpPr>
          <p:cNvPr id="11" name="TextBox 10"/>
          <p:cNvSpPr txBox="1"/>
          <p:nvPr/>
        </p:nvSpPr>
        <p:spPr>
          <a:xfrm>
            <a:off x="6446520" y="2240280"/>
            <a:ext cx="2103120" cy="548640"/>
          </a:xfrm>
          <a:prstGeom prst="rect">
            <a:avLst/>
          </a:prstGeom>
          <a:noFill/>
        </p:spPr>
        <p:txBody>
          <a:bodyPr wrap="square" anchor="t" lIns="0" rIns="0" tIns="0" bIns="0">
            <a:spAutoFit/>
          </a:bodyPr>
          <a:lstStyle/>
          <a:p>
            <a:pPr algn="l"/>
            <a:r>
              <a:rPr sz="2000" b="1" i="0">
                <a:solidFill>
                  <a:srgbClr val="48E84A"/>
                </a:solidFill>
                <a:latin typeface="Calibri"/>
              </a:rPr>
              <a:t>AI Search</a:t>
            </a:r>
          </a:p>
        </p:txBody>
      </p:sp>
      <p:sp>
        <p:nvSpPr>
          <p:cNvPr id="12" name="TextBox 11"/>
          <p:cNvSpPr txBox="1"/>
          <p:nvPr/>
        </p:nvSpPr>
        <p:spPr>
          <a:xfrm>
            <a:off x="6446520" y="2880360"/>
            <a:ext cx="2103120" cy="640080"/>
          </a:xfrm>
          <a:prstGeom prst="rect">
            <a:avLst/>
          </a:prstGeom>
          <a:noFill/>
        </p:spPr>
        <p:txBody>
          <a:bodyPr wrap="square" anchor="t" lIns="0" rIns="0" tIns="0" bIns="0">
            <a:spAutoFit/>
          </a:bodyPr>
          <a:lstStyle/>
          <a:p>
            <a:pPr algn="l"/>
            <a:r>
              <a:rPr sz="1200" b="0" i="0">
                <a:solidFill>
                  <a:srgbClr val="D5D5D5"/>
                </a:solidFill>
                <a:latin typeface="Calibri"/>
              </a:rPr>
              <a:t>vector store</a:t>
            </a:r>
          </a:p>
        </p:txBody>
      </p:sp>
      <p:sp>
        <p:nvSpPr>
          <p:cNvPr id="13" name="Rounded Rectangle 12"/>
          <p:cNvSpPr/>
          <p:nvPr/>
        </p:nvSpPr>
        <p:spPr>
          <a:xfrm>
            <a:off x="8915400" y="2011680"/>
            <a:ext cx="2514600" cy="1737360"/>
          </a:xfrm>
          <a:prstGeom prst="roundRect">
            <a:avLst/>
          </a:prstGeom>
          <a:solidFill>
            <a:srgbClr val="14161C"/>
          </a:solidFill>
          <a:ln w="15875">
            <a:solidFill>
              <a:srgbClr val="FE2579"/>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38100" bIns="38100"/>
          <a:lstStyle/>
          <a:p>
            <a:pPr algn="ctr"/>
            <a:r>
              <a:rPr sz="1300" b="1">
                <a:solidFill>
                  <a:srgbClr val="FFFFFF"/>
                </a:solidFill>
                <a:latin typeface="Calibri"/>
              </a:rPr>
              <a:t/>
            </a:r>
          </a:p>
        </p:txBody>
      </p:sp>
      <p:sp>
        <p:nvSpPr>
          <p:cNvPr id="14" name="TextBox 13"/>
          <p:cNvSpPr txBox="1"/>
          <p:nvPr/>
        </p:nvSpPr>
        <p:spPr>
          <a:xfrm>
            <a:off x="9144000" y="2240280"/>
            <a:ext cx="2103120" cy="548640"/>
          </a:xfrm>
          <a:prstGeom prst="rect">
            <a:avLst/>
          </a:prstGeom>
          <a:noFill/>
        </p:spPr>
        <p:txBody>
          <a:bodyPr wrap="square" anchor="t" lIns="0" rIns="0" tIns="0" bIns="0">
            <a:spAutoFit/>
          </a:bodyPr>
          <a:lstStyle/>
          <a:p>
            <a:pPr algn="l"/>
            <a:r>
              <a:rPr sz="2000" b="1" i="0">
                <a:solidFill>
                  <a:srgbClr val="FE2579"/>
                </a:solidFill>
                <a:latin typeface="Calibri"/>
              </a:rPr>
              <a:t>Langfuse</a:t>
            </a:r>
          </a:p>
        </p:txBody>
      </p:sp>
      <p:sp>
        <p:nvSpPr>
          <p:cNvPr id="15" name="TextBox 14"/>
          <p:cNvSpPr txBox="1"/>
          <p:nvPr/>
        </p:nvSpPr>
        <p:spPr>
          <a:xfrm>
            <a:off x="9144000" y="2880360"/>
            <a:ext cx="2103120" cy="640080"/>
          </a:xfrm>
          <a:prstGeom prst="rect">
            <a:avLst/>
          </a:prstGeom>
          <a:noFill/>
        </p:spPr>
        <p:txBody>
          <a:bodyPr wrap="square" anchor="t" lIns="0" rIns="0" tIns="0" bIns="0">
            <a:spAutoFit/>
          </a:bodyPr>
          <a:lstStyle/>
          <a:p>
            <a:pPr algn="l"/>
            <a:r>
              <a:rPr sz="1200" b="0" i="0">
                <a:solidFill>
                  <a:srgbClr val="D5D5D5"/>
                </a:solidFill>
                <a:latin typeface="Calibri"/>
              </a:rPr>
              <a:t>AI observability</a:t>
            </a:r>
          </a:p>
        </p:txBody>
      </p:sp>
      <p:sp>
        <p:nvSpPr>
          <p:cNvPr id="16" name="TextBox 15"/>
          <p:cNvSpPr txBox="1"/>
          <p:nvPr/>
        </p:nvSpPr>
        <p:spPr>
          <a:xfrm>
            <a:off x="822960" y="4114800"/>
            <a:ext cx="10515600" cy="457200"/>
          </a:xfrm>
          <a:prstGeom prst="rect">
            <a:avLst/>
          </a:prstGeom>
          <a:noFill/>
        </p:spPr>
        <p:txBody>
          <a:bodyPr wrap="square" anchor="t" lIns="0" rIns="0" tIns="0" bIns="0">
            <a:spAutoFit/>
          </a:bodyPr>
          <a:lstStyle/>
          <a:p>
            <a:pPr algn="l"/>
            <a:r>
              <a:rPr sz="1500" b="0" i="0">
                <a:solidFill>
                  <a:srgbClr val="FFFFFF"/>
                </a:solidFill>
                <a:latin typeface="Calibri"/>
              </a:rPr>
              <a:t>Deck 08 breaks cost down per technology (drivers, formula, Low / Expected / High monthly).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7" sz="quarter"/>
          </p:nvPr>
        </p:nvSpPr>
        <p:spPr/>
        <p:txBody>
          <a:bodyPr/>
          <a:lstStyle/>
          <a:p/>
        </p:txBody>
      </p:sp>
      <p:sp>
        <p:nvSpPr>
          <p:cNvPr id="3" name="Text Placeholder 2"/>
          <p:cNvSpPr>
            <a:spLocks noGrp="1"/>
          </p:cNvSpPr>
          <p:nvPr>
            <p:ph type="body" idx="13" sz="quarter"/>
          </p:nvPr>
        </p:nvSpPr>
        <p:spPr/>
        <p:txBody>
          <a:bodyPr/>
          <a:lstStyle/>
          <a:p/>
        </p:txBody>
      </p:sp>
      <p:sp>
        <p:nvSpPr>
          <p:cNvPr id="4" name="TextBox 3"/>
          <p:cNvSpPr txBox="1"/>
          <p:nvPr/>
        </p:nvSpPr>
        <p:spPr>
          <a:xfrm>
            <a:off x="822960" y="3840480"/>
            <a:ext cx="10515600" cy="914400"/>
          </a:xfrm>
          <a:prstGeom prst="rect">
            <a:avLst/>
          </a:prstGeom>
          <a:noFill/>
        </p:spPr>
        <p:txBody>
          <a:bodyPr wrap="square" anchor="t" lIns="0" rIns="0" tIns="0" bIns="0">
            <a:spAutoFit/>
          </a:bodyPr>
          <a:lstStyle/>
          <a:p>
            <a:pPr algn="l"/>
            <a:r>
              <a:rPr sz="1800" b="0" i="0">
                <a:solidFill>
                  <a:srgbClr val="D5D5D5"/>
                </a:solidFill>
                <a:latin typeface="Calibri"/>
              </a:rPr>
              <a:t>Note the architecture · ratify the 5 open decisions (deck 09) · endorse the cost model (deck 08)</a:t>
            </a:r>
          </a:p>
        </p:txBody>
      </p:sp>
    </p:spTree>
  </p:cSld>
  <p:clrMapOvr>
    <a:masterClrMapping/>
  </p:clrMapOvr>
</p:sld>
</file>

<file path=ppt/theme/theme1.xml><?xml version="1.0" encoding="utf-8"?>
<a:theme xmlns:a="http://schemas.openxmlformats.org/drawingml/2006/main" name="Orion Innovation 2026 Q2">
  <a:themeElements>
    <a:clrScheme name="Custom 1">
      <a:dk1>
        <a:srgbClr val="000000"/>
      </a:dk1>
      <a:lt1>
        <a:srgbClr val="FFFFFF"/>
      </a:lt1>
      <a:dk2>
        <a:srgbClr val="0283FF"/>
      </a:dk2>
      <a:lt2>
        <a:srgbClr val="D5D5D5"/>
      </a:lt2>
      <a:accent1>
        <a:srgbClr val="2ACCFF"/>
      </a:accent1>
      <a:accent2>
        <a:srgbClr val="7F19BE"/>
      </a:accent2>
      <a:accent3>
        <a:srgbClr val="FE2579"/>
      </a:accent3>
      <a:accent4>
        <a:srgbClr val="5300DB"/>
      </a:accent4>
      <a:accent5>
        <a:srgbClr val="FED038"/>
      </a:accent5>
      <a:accent6>
        <a:srgbClr val="48E84A"/>
      </a:accent6>
      <a:hlink>
        <a:srgbClr val="0084FF"/>
      </a:hlink>
      <a:folHlink>
        <a:srgbClr val="3EC4EF"/>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rgbClr val="DCE3E8"/>
        </a:solidFill>
        <a:ln>
          <a:noFill/>
          <a:tailEnd type="none"/>
        </a:ln>
      </a:spPr>
      <a:bodyPr rot="0" spcFirstLastPara="0" vertOverflow="overflow" horzOverflow="overflow" vert="horz" wrap="square" lIns="91440" tIns="91440" rIns="91440" bIns="91440" numCol="1" spcCol="0" rtlCol="0" fromWordArt="0" anchor="b" anchorCtr="0" forceAA="0" compatLnSpc="1">
        <a:prstTxWarp prst="textNoShape">
          <a:avLst/>
        </a:prstTxWarp>
        <a:noAutofit/>
      </a:bodyPr>
      <a:lstStyle>
        <a:defPPr algn="l">
          <a:lnSpc>
            <a:spcPct val="110000"/>
          </a:lnSpc>
          <a:defRPr sz="1000" b="1" dirty="0" smtClean="0">
            <a:solidFill>
              <a:schemeClr val="tx1"/>
            </a:solidFill>
            <a:effectLst/>
          </a:defRPr>
        </a:defPPr>
      </a:lstStyle>
      <a:style>
        <a:lnRef idx="1">
          <a:schemeClr val="accent1"/>
        </a:lnRef>
        <a:fillRef idx="0">
          <a:schemeClr val="accent1"/>
        </a:fillRef>
        <a:effectRef idx="0">
          <a:schemeClr val="accent1"/>
        </a:effectRef>
        <a:fontRef idx="minor">
          <a:schemeClr val="tx1"/>
        </a:fontRef>
      </a:style>
    </a:spDef>
    <a:lnDef>
      <a:spPr>
        <a:ln>
          <a:solidFill>
            <a:schemeClr val="tx2"/>
          </a:solidFill>
          <a:tailEnd type="none"/>
        </a:ln>
      </a:spPr>
      <a:bodyPr/>
      <a:lstStyle/>
      <a:style>
        <a:lnRef idx="1">
          <a:schemeClr val="accent1"/>
        </a:lnRef>
        <a:fillRef idx="0">
          <a:schemeClr val="accent1"/>
        </a:fillRef>
        <a:effectRef idx="0">
          <a:schemeClr val="accent1"/>
        </a:effectRef>
        <a:fontRef idx="minor">
          <a:schemeClr val="tx1"/>
        </a:fontRef>
      </a:style>
    </a:lnDef>
    <a:txDef>
      <a:spPr>
        <a:noFill/>
        <a:ln>
          <a:noFill/>
        </a:ln>
      </a:spPr>
      <a:bodyPr wrap="none" lIns="36000" tIns="36000" rIns="36000" bIns="36000" rtlCol="0">
        <a:spAutoFit/>
      </a:bodyPr>
      <a:lstStyle>
        <a:defPPr marL="183600" indent="-183600" algn="l">
          <a:lnSpc>
            <a:spcPct val="110000"/>
          </a:lnSpc>
          <a:spcBef>
            <a:spcPts val="400"/>
          </a:spcBef>
          <a:spcAft>
            <a:spcPts val="400"/>
          </a:spcAft>
          <a:buClr>
            <a:schemeClr val="bg2"/>
          </a:buClr>
          <a:buFont typeface="Arial" panose="020B0604020202020204" pitchFamily="34" charset="0"/>
          <a:buChar char="•"/>
          <a:defRPr sz="1200" dirty="0"/>
        </a:defPPr>
      </a:lstStyle>
    </a:txDef>
  </a:objectDefaults>
  <a:extraClrSchemeLst/>
  <a:extLst>
    <a:ext uri="{05A4C25C-085E-4340-85A3-A5531E510DB2}">
      <thm15:themeFamily xmlns:thm15="http://schemas.microsoft.com/office/thememl/2012/main" name="Orion Innovation 2025" id="{199926F3-F314-1646-84C3-A3441F686DB8}" vid="{DEFB32A1-EE74-C24D-8093-ED971E64745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15d1f120-0a15-4527-b7f6-5161c5c21597"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42D5FE873E29E64DB56982258F3E0522" ma:contentTypeVersion="12" ma:contentTypeDescription="Create a new document." ma:contentTypeScope="" ma:versionID="e73da9dc670ce61c4b27620f5ceecb8f">
  <xsd:schema xmlns:xsd="http://www.w3.org/2001/XMLSchema" xmlns:xs="http://www.w3.org/2001/XMLSchema" xmlns:p="http://schemas.microsoft.com/office/2006/metadata/properties" xmlns:ns3="15d1f120-0a15-4527-b7f6-5161c5c21597" targetNamespace="http://schemas.microsoft.com/office/2006/metadata/properties" ma:root="true" ma:fieldsID="1fcf99ee2c82c01c26ba439bc53d9385" ns3:_="">
    <xsd:import namespace="15d1f120-0a15-4527-b7f6-5161c5c21597"/>
    <xsd:element name="properties">
      <xsd:complexType>
        <xsd:sequence>
          <xsd:element name="documentManagement">
            <xsd:complexType>
              <xsd:all>
                <xsd:element ref="ns3:MediaServiceDateTaken" minOccurs="0"/>
                <xsd:element ref="ns3:_activity" minOccurs="0"/>
                <xsd:element ref="ns3:MediaServiceMetadata" minOccurs="0"/>
                <xsd:element ref="ns3:MediaServiceFastMetadata" minOccurs="0"/>
                <xsd:element ref="ns3:MediaServiceSearchProperties" minOccurs="0"/>
                <xsd:element ref="ns3:MediaServiceSystemTags" minOccurs="0"/>
                <xsd:element ref="ns3:MediaServiceOCR" minOccurs="0"/>
                <xsd:element ref="ns3:MediaServiceGenerationTime" minOccurs="0"/>
                <xsd:element ref="ns3:MediaServiceEventHashCode" minOccurs="0"/>
                <xsd:element ref="ns3:MediaLengthInSeconds" minOccurs="0"/>
                <xsd:element ref="ns3:MediaServiceBillingMetadata" minOccurs="0"/>
                <xsd:element ref="ns3: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15d1f120-0a15-4527-b7f6-5161c5c21597" elementFormDefault="qualified">
    <xsd:import namespace="http://schemas.microsoft.com/office/2006/documentManagement/types"/>
    <xsd:import namespace="http://schemas.microsoft.com/office/infopath/2007/PartnerControls"/>
    <xsd:element name="MediaServiceDateTaken" ma:index="8" nillable="true" ma:displayName="MediaServiceDateTaken" ma:hidden="true" ma:indexed="true" ma:internalName="MediaServiceDateTaken" ma:readOnly="true">
      <xsd:simpleType>
        <xsd:restriction base="dms:Text"/>
      </xsd:simpleType>
    </xsd:element>
    <xsd:element name="_activity" ma:index="9" nillable="true" ma:displayName="_activity" ma:hidden="true" ma:internalName="_activity">
      <xsd:simpleType>
        <xsd:restriction base="dms:Note"/>
      </xsd:simpleType>
    </xsd:element>
    <xsd:element name="MediaServiceMetadata" ma:index="10" nillable="true" ma:displayName="MediaServiceMetadata" ma:hidden="true" ma:internalName="MediaServiceMetadata" ma:readOnly="true">
      <xsd:simpleType>
        <xsd:restriction base="dms:Note"/>
      </xsd:simpleType>
    </xsd:element>
    <xsd:element name="MediaServiceFastMetadata" ma:index="11" nillable="true" ma:displayName="MediaServiceFastMetadata" ma:hidden="true" ma:internalName="MediaServiceFastMetadata" ma:readOnly="true">
      <xsd:simpleType>
        <xsd:restriction base="dms:Note"/>
      </xsd:simpleType>
    </xsd:element>
    <xsd:element name="MediaServiceSearchProperties" ma:index="12" nillable="true" ma:displayName="MediaServiceSearchProperties" ma:hidden="true" ma:internalName="MediaServiceSearchProperties" ma:readOnly="true">
      <xsd:simpleType>
        <xsd:restriction base="dms:Note"/>
      </xsd:simpleType>
    </xsd:element>
    <xsd:element name="MediaServiceSystemTags" ma:index="13" nillable="true" ma:displayName="MediaServiceSystemTags" ma:hidden="true" ma:internalName="MediaServiceSystemTags" ma:readOnly="true">
      <xsd:simpleType>
        <xsd:restriction base="dms:Note"/>
      </xsd:simpleType>
    </xsd:element>
    <xsd:element name="MediaServiceOCR" ma:index="14" nillable="true" ma:displayName="Extracted Text" ma:internalName="MediaServiceOCR" ma:readOnly="true">
      <xsd:simpleType>
        <xsd:restriction base="dms:Note">
          <xsd:maxLength value="255"/>
        </xsd:restriction>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element name="MediaServiceBillingMetadata" ma:index="18" nillable="true" ma:displayName="MediaServiceBillingMetadata" ma:hidden="true" ma:internalName="MediaServiceBillingMetadata" ma:readOnly="true">
      <xsd:simpleType>
        <xsd:restriction base="dms:Note"/>
      </xsd:simpleType>
    </xsd:element>
    <xsd:element name="MediaServiceLocation" ma:index="19" nillable="true" ma:displayName="Location" ma:indexed="true" ma:internalName="MediaServiceLocation"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E8830519-BCC5-47D9-B3C0-0E48D727637D}">
  <ds:schemaRefs>
    <ds:schemaRef ds:uri="15d1f120-0a15-4527-b7f6-5161c5c21597"/>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2.xml><?xml version="1.0" encoding="utf-8"?>
<ds:datastoreItem xmlns:ds="http://schemas.openxmlformats.org/officeDocument/2006/customXml" ds:itemID="{81928388-827E-417D-A9EC-1E4398CC2B14}">
  <ds:schemaRefs>
    <ds:schemaRef ds:uri="http://schemas.microsoft.com/sharepoint/v3/contenttype/forms"/>
  </ds:schemaRefs>
</ds:datastoreItem>
</file>

<file path=customXml/itemProps3.xml><?xml version="1.0" encoding="utf-8"?>
<ds:datastoreItem xmlns:ds="http://schemas.openxmlformats.org/officeDocument/2006/customXml" ds:itemID="{0EE53047-0C68-4513-BD90-36FFCA7892BD}">
  <ds:schemaRefs>
    <ds:schemaRef ds:uri="15d1f120-0a15-4527-b7f6-5161c5c21597"/>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docProps/app.xml><?xml version="1.0" encoding="utf-8"?>
<Properties xmlns="http://schemas.openxmlformats.org/officeDocument/2006/extended-properties" xmlns:vt="http://schemas.openxmlformats.org/officeDocument/2006/docPropsVTypes">
  <Template/>
  <Application>Microsoft Office PowerPoint</Application>
  <PresentationFormat>Widescreen</PresentationFormat>
  <Slides>20</Slides>
  <Notes>11</Notes>
  <HiddenSlides>0</HiddenSlides>
  <ScaleCrop>false</ScaleCrop>
  <HeadingPairs>
    <vt:vector size="4" baseType="variant">
      <vt:variant>
        <vt:lpstr>Theme</vt:lpstr>
      </vt:variant>
      <vt:variant>
        <vt:i4>1</vt:i4>
      </vt:variant>
      <vt:variant>
        <vt:lpstr>Slide Titles</vt:lpstr>
      </vt:variant>
      <vt:variant>
        <vt:i4>20</vt:i4>
      </vt:variant>
    </vt:vector>
  </HeadingPairs>
  <TitlesOfParts>
    <vt:vector size="21" baseType="lpstr">
      <vt:lpstr>Orion Innovation 2026 Q2</vt:lpstr>
      <vt:lpstr>PowerPoint Presentation</vt:lpstr>
      <vt:lpstr>Title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Colour Palette as per Orion Guidelines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Colour Palette as per Orion Guidelines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Sankarankutty Menon</dc:creator>
  <cp:revision>4</cp:revision>
  <dcterms:created xsi:type="dcterms:W3CDTF">2026-01-20T15:10:32Z</dcterms:created>
  <dcterms:modified xsi:type="dcterms:W3CDTF">2026-09-08T07:55:53Z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0x01010042D5FE873E29E64DB56982258F3E0522</vt:lpwstr>
  </property>
</Properties>
</file>