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concrete technology and Azure infrastructure. One ADR is Proposed (the self-hosted vLLM serving stack, deck 09). IaC, K8s and the delivery model are Accepted.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platform runs in one Azure tenancy. APIM is the authZ boundary in front of the AKS cluster (system node pool for the app; GPU node pool for self-hosted vLLM). Data/platform services are Azure-native. The only egress is to the external SLM, and only masked payloads cross that boundary (deck 06). Every service has a cost line in deck 08.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engineering stack is deliberately conventional and strict: typed boundaries, pinned deps, one linter, one type checker.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Configuration is layered, schema-validated and fail-fast; a release is an immutable, hashed manifest enabling drift detection and safe promotion.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Key Vault is reached only via the enterprise SPN — no other credential method; secrets are never inline; deployed environments fail closed.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AKS with separated system and GPU node pools; images from ACR; workload separation isolates GPU cost and scaling.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vLLM on AKS GPU is the recommended serving stack, Proposed pending a benchmark and ARB sign-off; VRAM/KV-cache planning sizes the GPU SKU and drives the self-hosted cost model.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APIM is the security boundary — the AI never authenticates or authorizes itself; a single shared, pooled, traced HTTP client for all egress.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stages DEV→TEST→UAT→STAGE→PROD; each stage resolves its own endpoints/config.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 NOT stand up our own platform — enterprise Azure DevOps CI/CD on shared AKS with the enterprise SonarQube gate, removing a whole class of cost and burden (deck 08).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Autoscaling is AI-aware (GPU/VRAM/queue), bounded by downstream limits and cost; latency is budgeted per layer and measured at p95/p99.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20 technology ADRs. One is Proposed (◆): D5-10 self-hosted vLLM serving stack (deck 09). IaC, K8s and the enterprise delivery model are Accepted.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Azure-native and enterprise-conformant — minimal bespoke infrastructure, strict secret handling, GPU cost isolated for planning.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05 · TECHNOLOGY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Technology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Infrastructure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Azure · AKS · APIM · Key Vault · vLLM/GPU · enterprise delivery  —  D5 (20 ADRs, 1 open)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Target infrastructure topology on Azure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Engineering stack — language, typing, validation, deps, lint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Configuration &amp; release manifest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Secret management — Key Vault, SPN-only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Compute — AKS, containers/ACR, GPU node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Self-hosted SLM serving (vLLM) &amp; VRAM/KV-cache planning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APIM authZ boundary &amp; shared HTTP client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Five-stage environment model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Enterprise delivery model — Azure DevOps CI/CD on shared AKS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Scalability, autoscaling &amp; latency budgets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SYSTEM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Target infrastructure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on Microsoft Azure — UK South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481328"/>
            <a:ext cx="9921240" cy="41605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15361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AZURE TENANCY · UK South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79" y="2971800"/>
            <a:ext cx="914400" cy="594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13294B"/>
                </a:solidFill>
                <a:latin typeface="Calibri"/>
              </a:rPr>
              <a:t>Chat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926080"/>
            <a:ext cx="1234440" cy="7315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3081528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21024" y="3035808"/>
            <a:ext cx="557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APIM</a:t>
            </a:r>
          </a:p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authN/Z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1810512"/>
            <a:ext cx="3611880" cy="36118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901952"/>
            <a:ext cx="4114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6360" y="19385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mbria"/>
              </a:rPr>
              <a:t>AKS cluster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468880"/>
            <a:ext cx="3337560" cy="11887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System node pool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FastAPI · LangGraph · Agent Harness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3794760"/>
            <a:ext cx="3337560" cy="118872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GPU node pool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vLLM — self-hosted SLM (target)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1874519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993391"/>
            <a:ext cx="420624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8824" y="1984248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Azure AI Search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2624328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274320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878824" y="2734056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Managed Redis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3374136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3493008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78824" y="3483864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Service Bus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4123944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4242816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78824" y="4233672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Blob Storage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1874519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8" y="1993391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661904" y="1984248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Key Vault (SPN)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58400" y="2624328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8" y="2743200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661904" y="2734056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ACR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3374136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8" y="3493008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61904" y="3483864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Monitor / App Ins.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0" y="4123944"/>
            <a:ext cx="169164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langfu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4242816"/>
            <a:ext cx="1352006" cy="42062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661904" y="4233672"/>
            <a:ext cx="1014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3294B"/>
                </a:solidFill>
                <a:latin typeface="Calibri"/>
              </a:rPr>
              <a:t>Langfuse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60" y="5779008"/>
            <a:ext cx="5486400" cy="4572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External SLM (Hugging Face) — masked / tokenised payloads only, fail-closed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926079" y="3246120"/>
            <a:ext cx="91441" cy="0"/>
          </a:xfrm>
          <a:prstGeom prst="line">
            <a:avLst/>
          </a:prstGeom>
          <a:ln w="1651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251960" y="3246120"/>
            <a:ext cx="228600" cy="0"/>
          </a:xfrm>
          <a:prstGeom prst="line">
            <a:avLst/>
          </a:prstGeom>
          <a:ln w="1651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092440" y="3108960"/>
            <a:ext cx="182880" cy="91440"/>
          </a:xfrm>
          <a:prstGeom prst="line">
            <a:avLst/>
          </a:prstGeom>
          <a:ln w="1524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D5-01/02/03/04/05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Engineering stack</a:t>
            </a:r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915" y="182880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33472"/>
            <a:ext cx="2480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Python</a:t>
            </a:r>
          </a:p>
        </p:txBody>
      </p:sp>
      <p:pic>
        <p:nvPicPr>
          <p:cNvPr id="13" name="Picture 12" descr="fast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225" y="182880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54830" y="2633472"/>
            <a:ext cx="2480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FastAPI</a:t>
            </a:r>
          </a:p>
        </p:txBody>
      </p:sp>
      <p:pic>
        <p:nvPicPr>
          <p:cNvPr id="15" name="Picture 14" descr="pydan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3171" y="1885899"/>
            <a:ext cx="1984248" cy="617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35140" y="2633472"/>
            <a:ext cx="2480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Pydantic</a:t>
            </a:r>
          </a:p>
        </p:txBody>
      </p:sp>
      <p:pic>
        <p:nvPicPr>
          <p:cNvPr id="17" name="Picture 16" descr="ru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3480" y="1885899"/>
            <a:ext cx="1984248" cy="6173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15450" y="2633472"/>
            <a:ext cx="2480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Ruff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66160"/>
            <a:ext cx="992124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Python + FastAPI; a single project type checker (mypy or pyright) chosen at Phase 0.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Pydantic validates every boundary (API, tool, config, event, ERC, SLM); TypedDict for graph state.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Dependencies pinned with a lock file; Ruff for lint/format; conventional commits &amp; semantic versioning.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Configuration &amp; release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Config precedence: Base → Environment → Deployment override → Secret reference.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Schema-validated &amp; fail-fast: invalid mandatory config ⇒ the app never becomes READY.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Immutable release manifest with a configuration_hash (SHA-256) for drift detection.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Prompts, models, agents, workflows, RAG indexes, guardrails are all versioned artifacts in the bundle.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D5-07 / D5-20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Secret management — Key Vault, SPN-only</a:t>
            </a:r>
          </a:p>
        </p:txBody>
      </p:sp>
      <p:pic>
        <p:nvPicPr>
          <p:cNvPr id="11" name="Picture 10" descr="a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920240"/>
            <a:ext cx="1005840" cy="10058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886200" y="1783080"/>
            <a:ext cx="7726679" cy="3200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05656" y="1947672"/>
            <a:ext cx="728776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C72C"/>
                </a:solidFill>
                <a:latin typeface="Calibri"/>
              </a:rPr>
              <a:t>THE ONLY PATH TO THE VAULT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441448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Credential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5656" y="2688336"/>
            <a:ext cx="72877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enterprise service principal (MI-SPN): tenant + client id + secret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3191256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No alternatives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3438144"/>
            <a:ext cx="72877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no DefaultAzureCredential, CLI, interactive, or bare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3941063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Injection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05656" y="4187952"/>
            <a:ext cx="72877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Azure DevOps variable group → workload env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5656" y="4690872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6" y="4937760"/>
            <a:ext cx="72877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every *_secret_ref resolved from Key Vault; fail-closed in deployed envs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5120640"/>
            <a:ext cx="7726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Local dev/test may use process-env; deployed environments are SPN-backed and fail-closed.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D5-08 / D5-09 / D5-11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Compute — AKS, containers,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Cluster &amp;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Azure / AKS is the compute platform.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Containerised workloads; images in ACR.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System node pool runs the app runtime.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GPU &amp; workload separation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Dedicated GPU node pool for self-hosted SLM.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AI workloads separated from app workloads (D5-11).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GPU is the dominant cost lever — deck 08.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D5-10 (PROPOSED) / D5-19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Self-hosted SLM serving &amp; capacity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783080"/>
            <a:ext cx="5486400" cy="27432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947672"/>
            <a:ext cx="50474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C72C"/>
                </a:solidFill>
                <a:latin typeface="Calibri"/>
              </a:rPr>
              <a:t>SERVING STACK — 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93976" y="2441448"/>
            <a:ext cx="5047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688336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vLLM on AKS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3191256"/>
            <a:ext cx="5047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438144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Azure ML / TGI / Triton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941063"/>
            <a:ext cx="5047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4187952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throughput/latency/quality benchmark, then ARB (deck 09)</a:t>
            </a:r>
          </a:p>
        </p:txBody>
      </p:sp>
      <p:pic>
        <p:nvPicPr>
          <p:cNvPr id="19" name="Picture 18" descr="v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98271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19" y="4754880"/>
            <a:ext cx="99212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VRAM planning (D5-19): model params × precision + KV cache × context × batch × concurrency.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Continuous batching &amp; quantisation are quality-validated optimisations (deck 08).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Hosted HF bridges until the self-hosted stack is benchmarked and ratified.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D5-15 / D5-16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APIM boundary &amp; shared HTTP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APIM — the authZ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APIM is where authN/authZ happens; the AI only consumes validated claims.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Rate limiting, versioning and policy live at the gateway.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Shared HTTP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One pooled client: keep-alive, HTTP/2 where useful.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Timeouts, retry, tracing built in.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Never a new connection per request.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Five-stage environment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743200"/>
            <a:ext cx="1794052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DEV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6316" y="2743200"/>
            <a:ext cx="1794052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TEST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68572" y="32004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38113" y="2743200"/>
            <a:ext cx="1794052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UAT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00369" y="32004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69910" y="2743200"/>
            <a:ext cx="1794052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STAGE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32166" y="32004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01707" y="2743200"/>
            <a:ext cx="1794052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PROD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63963" y="32004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74519" y="402336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A"/>
                </a:solidFill>
                <a:latin typeface="Calibri"/>
              </a:rPr>
              <a:t>Superset model (UAT inserted before STAGE) so the Infrastructure doc's namespace/config examples need no renaming. Endpoint &amp; config resolution is per-stage (deck 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D5-20 (ACCEPTED) · D5-12 · D5-13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Enterprise delivery model</a:t>
            </a:r>
          </a:p>
        </p:txBody>
      </p:sp>
      <p:pic>
        <p:nvPicPr>
          <p:cNvPr id="11" name="Picture 10" descr="azuredev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300" y="182880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33472"/>
            <a:ext cx="330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Azure DevOps</a:t>
            </a:r>
          </a:p>
        </p:txBody>
      </p:sp>
      <p:pic>
        <p:nvPicPr>
          <p:cNvPr id="13" name="Picture 12" descr="a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380" y="182880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81600" y="2633472"/>
            <a:ext cx="330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Shared AKS</a:t>
            </a:r>
          </a:p>
        </p:txBody>
      </p:sp>
      <p:pic>
        <p:nvPicPr>
          <p:cNvPr id="15" name="Picture 14" descr="sonarq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6460" y="182880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8680" y="2633472"/>
            <a:ext cx="330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SonarQube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66160"/>
            <a:ext cx="992124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PFF AI conforms to the Enterprise Application delivery model — no separate infra/CI/CD/deploy stack.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Azure DevOps build.yaml / release.yaml on the shared enterprise AKS platform; same team &amp; resources.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Enterprise SonarQube quality gate. IaC (D5-12) &amp; K8s manifest (D5-13) standards are Accepted.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D5-17 / D5-18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Scalability, autoscaling &amp;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Autoscaling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Signals: CPU, memory, request/concurrent count, queue depth, GPU util, VRAM.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Respects model-provider, enterprise-API, DB, vector and cost limits.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Avoids cold-start churn (min replicas / warm pods).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Latency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Each layer owns a slice of the end-to-end budget (deck 08).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p95/p99 targets, not averages.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TTFT separated from total completion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Technology (D5)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20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Language and API framework — Python + FastAPI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Python version range and primary type checker…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Boundary validation standard — Pydantic v2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Dependency management, pinning and lock-file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Lint/format toolchain — Ruff as the single to…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Configuration architecture and immutable rele…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Secret management — Azure Key Vault with `*_s…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Cloud platform and compute — Azure + AKS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Container image, ACR and image-immutability p…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Self-hosted SLM serving stack — vLLM vs TGI v…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Proposed 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GPU node pool and CPU/GPU workload separation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Infrastructure-as-Code approach — conform to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Kubernetes deployment approach — conform to 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23408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Environment model — DEV → TEST → UAT → STAGE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API gateway and authorization boundary — APIM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Shared HTTP client standard — pooling, timeou…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Scalability and autoscaling model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Latency budget decomposition and per-hop SLO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Inference KV-cache and VRAM capacity planning…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D5-20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Adopt the Enterprise Application delivery mod…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Technology &amp; infrastructure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Azure-native · SPN-only secrets · GPU-separated AKS · enterprise delivery, no bespoke stack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