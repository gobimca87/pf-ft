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the platform is run, observed, tested and evolved safely. Covers docs 21 (evaluation), 22 (testing), 23 (engineering agents), 24 (observability/resilience), 27 (dev standards), 28 (ops runbook). 18 ADRs.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complementary layers: platform observability (Azure Monitor / App Insights / Log Analytics) and AI-specific observability (Langfuse: traces, prompts, tokens, cost). Langfuse is also the source for AI cost telemetry in deck 08.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Correlation IDs make the whole distributed flow traceable; logs are structured and redacted by classification.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single PlatformError root with typed subclasses gives uniform error handling, logging and user messaging across the platform.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Resilience is designed in: bounded retries, timeouts, circuit breakers, backpressure.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SLIs/SLOs and error budgets make reliability measurable and govern change pace; alerts are severity-tiered with defined escalation.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CI enforces lint/type/test and the SonarQube gate; CD uses rolling by default, canary for AI-artifact changes, blue/green for GPU or index cutovers.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disciplined branch/versioning model and a release train that versions code and AI artifacts together as immutable bundles.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LLMOps: prompts/agents/models/indexes are authored, evaluated against golden datasets, promoted as bundles, observed in Langfuse, improved from production telemetry.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Offline evaluation with golden datasets and LLM-as-judge, gating releases on quality/groundedness/safety regressions.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Testing spans classic layers and AI-specific layers plus security/perf/resilience/regression/e2e.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Engineering agents accelerate the team within explicit guardrails — never replacing human review or release gates.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clear support model, an incident process with runbooks, and DR/continuity plans covering state and artifact recovery.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18 operations ADRs — observability, resilience, SLO, CI/CD, LLMOps, testing, engineering agents, incident and DR. None open in this domain.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platform is observable, resilient, release-gated and continuously evaluated — safe to operate and safe to change.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DECK 07 ·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Operations, 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&amp; Quality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Langfuse · SLI/SLO · CI/CD · testing · LLMOps · DR  —  D7 (18 ADRs)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What this deck covers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Platform + AI observability (Langfuse)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Correlation IDs, tracing &amp; logging/redaction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Error taxonomy — the PlatformError hierarchy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Resilience patterns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SLI/SLO, error budget &amp; alerting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CI/CD pipelines, quality gates &amp; deployment strategy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Branching, versioning &amp; the release train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AI engineering lifecycle (LLMOps)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Evaluation &amp; regression gates; the test pyramid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Engineering agents; support, incidents &amp; DR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D7-01 / D7-02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Observability — platform +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743200"/>
            <a:ext cx="2743200" cy="100584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PFF AI runtime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(correlation ID on every request)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1828800"/>
            <a:ext cx="4023360" cy="8686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angf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2048256"/>
            <a:ext cx="1410789" cy="438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52159" y="1975104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3294B"/>
                </a:solidFill>
                <a:latin typeface="Calibri"/>
              </a:rPr>
              <a:t>Langfuse — traces · prompts · tokens · cost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4617720" y="2258568"/>
            <a:ext cx="548640" cy="987552"/>
          </a:xfrm>
          <a:prstGeom prst="line">
            <a:avLst/>
          </a:prstGeom>
          <a:ln w="1524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60" y="2880360"/>
            <a:ext cx="4023360" cy="8686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ppins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6088" y="3099815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52159" y="3026664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3294B"/>
                </a:solidFill>
                <a:latin typeface="Calibri"/>
              </a:rPr>
              <a:t>App Insights — metrics · APM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17720" y="3246120"/>
            <a:ext cx="548640" cy="64008"/>
          </a:xfrm>
          <a:prstGeom prst="line">
            <a:avLst/>
          </a:prstGeom>
          <a:ln w="1524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66360" y="3931920"/>
            <a:ext cx="4023360" cy="8686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ppins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6088" y="4151376"/>
            <a:ext cx="438912" cy="4389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852159" y="4078224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3294B"/>
                </a:solidFill>
                <a:latin typeface="Calibri"/>
              </a:rPr>
              <a:t>Log Analytics — logs (redacted)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17720" y="3246120"/>
            <a:ext cx="548640" cy="1115568"/>
          </a:xfrm>
          <a:prstGeom prst="line">
            <a:avLst/>
          </a:prstGeom>
          <a:ln w="1524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372600" y="2743200"/>
            <a:ext cx="2240280" cy="12801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Dashboards</a:t>
            </a:r>
          </a:p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· Alerts</a:t>
            </a:r>
          </a:p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· SLO / error budget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89720" y="2258568"/>
            <a:ext cx="182880" cy="1124712"/>
          </a:xfrm>
          <a:prstGeom prst="line">
            <a:avLst/>
          </a:prstGeom>
          <a:ln w="127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189720" y="3310128"/>
            <a:ext cx="182880" cy="73152"/>
          </a:xfrm>
          <a:prstGeom prst="line">
            <a:avLst/>
          </a:prstGeom>
          <a:ln w="127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189720" y="3383280"/>
            <a:ext cx="182880" cy="978408"/>
          </a:xfrm>
          <a:prstGeom prst="line">
            <a:avLst/>
          </a:prstGeom>
          <a:ln w="127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874519" y="5120640"/>
            <a:ext cx="9921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AI-specific observability (Langfuse) sits alongside platform observability (Azure Monitor / App Insights / Log Analytics). One correlation ID threads conversation → workflow → enterprise call.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D7-03 / D7-04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Correlation, tracing &amp; logging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Correlation &amp; trace propagation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One correlation ID per request, propagated through async/event paths.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Traces link conversation → workflow → tool → enterprise call.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Logging standards &amp; redaction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Structured logs with consistent fields.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Redaction by data classification (deck 06) — no PII in logs.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Excessive logging is a cost anti-pattern (deck 08).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Error taxonomy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One root, typed subclasses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79" y="1783080"/>
            <a:ext cx="2743200" cy="64008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PlatformError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74519" y="3108960"/>
            <a:ext cx="228600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ValidationError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3017520" y="2423160"/>
            <a:ext cx="3794760" cy="685800"/>
          </a:xfrm>
          <a:prstGeom prst="line">
            <a:avLst/>
          </a:prstGeom>
          <a:ln w="9525">
            <a:solidFill>
              <a:srgbClr val="8FA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416552" y="3108960"/>
            <a:ext cx="228600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ConfigurationError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5559552" y="2423160"/>
            <a:ext cx="1252728" cy="685800"/>
          </a:xfrm>
          <a:prstGeom prst="line">
            <a:avLst/>
          </a:prstGeom>
          <a:ln w="9525">
            <a:solidFill>
              <a:srgbClr val="8FA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58584" y="3108960"/>
            <a:ext cx="228600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IntegrationError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2280" y="2423160"/>
            <a:ext cx="1289303" cy="685800"/>
          </a:xfrm>
          <a:prstGeom prst="line">
            <a:avLst/>
          </a:prstGeom>
          <a:ln w="9525">
            <a:solidFill>
              <a:srgbClr val="8FA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0616" y="3108960"/>
            <a:ext cx="228600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ToolError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12280" y="2423160"/>
            <a:ext cx="3831336" cy="685800"/>
          </a:xfrm>
          <a:prstGeom prst="line">
            <a:avLst/>
          </a:prstGeom>
          <a:ln w="9525">
            <a:solidFill>
              <a:srgbClr val="8FA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874519" y="4069080"/>
            <a:ext cx="228600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ModelError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017520" y="2423160"/>
            <a:ext cx="3794760" cy="1645920"/>
          </a:xfrm>
          <a:prstGeom prst="line">
            <a:avLst/>
          </a:prstGeom>
          <a:ln w="9525">
            <a:solidFill>
              <a:srgbClr val="8FA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416552" y="4069080"/>
            <a:ext cx="228600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RAGError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5559552" y="2423160"/>
            <a:ext cx="1252728" cy="1645920"/>
          </a:xfrm>
          <a:prstGeom prst="line">
            <a:avLst/>
          </a:prstGeom>
          <a:ln w="9525">
            <a:solidFill>
              <a:srgbClr val="8FA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958584" y="4069080"/>
            <a:ext cx="228600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GuardrailError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12280" y="2423160"/>
            <a:ext cx="1289303" cy="1645920"/>
          </a:xfrm>
          <a:prstGeom prst="line">
            <a:avLst/>
          </a:prstGeom>
          <a:ln w="9525">
            <a:solidFill>
              <a:srgbClr val="8FA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500616" y="4069080"/>
            <a:ext cx="228600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WorkflowError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12280" y="2423160"/>
            <a:ext cx="3831336" cy="1645920"/>
          </a:xfrm>
          <a:prstGeom prst="line">
            <a:avLst/>
          </a:prstGeom>
          <a:ln w="9525">
            <a:solidFill>
              <a:srgbClr val="8FA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874519" y="5120640"/>
            <a:ext cx="9921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Every failure maps to one typed error — uniform handling, logging and user messaging.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Resilience patterns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7127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Retry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7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bounded, idempotent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8838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8838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1446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Timeout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1446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per dependency &amp;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3156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63156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5764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Circuit breaker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5764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protect downstream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7474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07474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0082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Backpressure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0082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bounded queues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023360"/>
            <a:ext cx="992124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Failure is expected and handled: retry with budgets, timeouts, circuit-breaking, bounded queues.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Reconciliation resolves uncertain transaction outcomes (deck 02) — never a silent guess.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D7-07 / D7-08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SLI/SLO, error budget &amp; alerting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SLI / SLO / error budget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Service-level indicators &amp; objectives per critical path.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Error budgets govern change pace.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Latency SLOs use p95/p99 (deck 05/08).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Alerting &amp; escalation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Severity-tiered alerts with clear escalation.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Cost &amp; anomaly alerts included (deck 08).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Ties into the incident process.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D7-09 / D7-10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CI/CD &amp; deployment strategy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65960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lint · type ·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4266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5706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Quality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5706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SonarQube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76522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54012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5452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Package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immutable bundle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16268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493758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5198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Deploy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198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rolling / canary / blue-green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56014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74519" y="3931920"/>
            <a:ext cx="992124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Runs on the enterprise Azure DevOps build.yaml / release.yaml (deck 05).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Deployment: rolling by default; canary for AI-artifact changes; blue/green for GPU/index cutover (D7-10, Accepted).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Branching, versioning &amp; release train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Branch model: main / develop / feature/* / bugfix/* / hotfix/* / release/*.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Conventional commits; semantic versioning MAJOR.MINOR.PATCH.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 release train coordinates code + AI-artifact bundles (prompts, models, RAG indexes, guardrails).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AI engineering lifecycle (LLMOps)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46888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65960" y="261518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Author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04495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prompts ·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6316" y="246888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7756" y="261518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7756" y="304495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golden datasets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68572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938113" y="246888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9553" y="261518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Promote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29553" y="304495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immutable bundle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00369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969910" y="246888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350" y="261518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Observe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1350" y="304495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Langfuse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32166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001707" y="246888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93147" y="261518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Improve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3147" y="304495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data-driven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63963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74519" y="3931920"/>
            <a:ext cx="9921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C6B7A"/>
                </a:solidFill>
                <a:latin typeface="Calibri"/>
              </a:rPr>
              <a:t>AI artifacts follow a full lifecycle — authored, evaluated, promoted, observed and improved — never mutated in place in production.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D7-13 · DOC 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Evaluation &amp; regression gates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3474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Golden datasets + evaluators + LLM-as-judge score quality before release.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Regression gates block a release that degrades quality, groundedness or safety.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Distinct from the runtime refinement loop (D3-28): these are offline release gates.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Evaluation adds model usage — its cost is tracked (deck 08).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D7-14 · DOC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Test strategy &amp; pyramid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3108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 broad test pyramid: unit · component · api · contract · integration · agents · supervisor · harness · workflows.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AI-specific layers: rag · embeddings · vector · slm · prompts · guardrails · adversarial.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Plus security, performance, resilience, regression and e2e — with golden datasets.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D7-15 · DOC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Engineering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AI agents assist engineering: code review, security analysis, test generation, evaluation, docs.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Scope &amp; guardrails are explicit — they assist, they do not bypass human review or release gates.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Their model usage/CI cost is tracked as a cost category (deck 08).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D7-16 / D7-17 / D7-18 · DOC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Support, incidents &amp; continuity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Support &amp; incidents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Defined operational support model.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Incident process: detect → correlate → mitigate → recover → learn.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Performance &amp; cost incidents have runbooks (deck 08).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DR &amp; continuity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Disaster recovery &amp; business continuity plans.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State (Redis) and artifacts (bundles) recoverable.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Regular capacity &amp; cost reviews.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DECISION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 index — Operations (D7)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18 decisions in this domain  ·  ◆ = Proposed, awaiting ARB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74519" y="1783080"/>
          <a:ext cx="4800599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D7-01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Platform observability stack — Azure Monitor 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D7-02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AI-specific observability — Langfuse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D7-03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Correlation ID and trace-propagation standard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D7-04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Logging standards, levels and redaction rules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D7-05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Error taxonomy and the PlatformError hierarchy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D7-06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Resilience patterns — retry, circuit breaker,…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D7-07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SLI/SLO definition and error-budget policy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Alerting, severity model and on-call escalati…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D7-09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CI pipeline design and mandatory quality gates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CD pipeline and deployment strategy — rolling…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D7-11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Branching, versioning and release-train model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D7-12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AI engineering lifecycle (LLMOps) — prompt/mo…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D7-13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Evaluation and regression gates in CI — golde…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949440" y="1783080"/>
          <a:ext cx="4800599" cy="1755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D7-14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Test strategy and test pyramid, incl. determi…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Engineering (dev-time) agents — scope and gua…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D7-16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Operational support model, runbook ownership 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D7-17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Incident management and AI-specific incident 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D7-18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Disaster recovery, business continuity, RPO/R…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Operations &amp; quality —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Observed (Langfuse + Azure) · typed failures · gated releases · evaluated AI · DR-ready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