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076137493" r:id="rId5"/>
    <p:sldId id="2076137508" r:id="rId6"/>
    <p:sldId id="2076137510" r:id="rId7"/>
    <p:sldId id="2076137509" r:id="rId8"/>
    <p:sldId id="2076137498" r:id="rId9"/>
    <p:sldId id="2076137499" r:id="rId10"/>
    <p:sldId id="2076137504" r:id="rId11"/>
    <p:sldId id="2076137506" r:id="rId12"/>
    <p:sldId id="2076137492" r:id="rId13"/>
    <p:sldId id="283" r:id="rId14"/>
    <p:sldId id="2076137502" r:id="rId15"/>
    <p:sldId id="2076137497" r:id="rId16"/>
    <p:sldId id="2076137494" r:id="rId17"/>
    <p:sldId id="2076137500" r:id="rId18"/>
    <p:sldId id="2076137501" r:id="rId19"/>
    <p:sldId id="2076137505" r:id="rId20"/>
    <p:sldId id="2076137507" r:id="rId21"/>
    <p:sldId id="2076137489" r:id="rId22"/>
    <p:sldId id="274" r:id="rId23"/>
    <p:sldId id="207613750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ite Background" id="{47C7D9A1-B483-564F-90DC-40E90FE94FBA}">
          <p14:sldIdLst>
            <p14:sldId id="2076137493"/>
            <p14:sldId id="2076137508"/>
            <p14:sldId id="2076137510"/>
            <p14:sldId id="2076137509"/>
            <p14:sldId id="2076137498"/>
            <p14:sldId id="2076137499"/>
            <p14:sldId id="2076137504"/>
            <p14:sldId id="2076137506"/>
            <p14:sldId id="2076137492"/>
            <p14:sldId id="283"/>
            <p14:sldId id="2076137502"/>
          </p14:sldIdLst>
        </p14:section>
        <p14:section name="Black Background" id="{AE4A25D3-49D7-5B43-9FF8-BA2C3021CF5C}">
          <p14:sldIdLst>
            <p14:sldId id="2076137497"/>
            <p14:sldId id="2076137494"/>
            <p14:sldId id="2076137500"/>
            <p14:sldId id="2076137501"/>
            <p14:sldId id="2076137505"/>
            <p14:sldId id="2076137507"/>
            <p14:sldId id="2076137489"/>
            <p14:sldId id="274"/>
            <p14:sldId id="20761375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E84A"/>
    <a:srgbClr val="FED038"/>
    <a:srgbClr val="FE2579"/>
    <a:srgbClr val="5300DB"/>
    <a:srgbClr val="7F19BE"/>
    <a:srgbClr val="2ACCFF"/>
    <a:srgbClr val="0283FF"/>
    <a:srgbClr val="002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4E6FB-0852-E5AF-097D-33BDB00319C8}" v="12" dt="2026-08-21T18:56:47.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76EA5-AA01-CF46-9942-B3D248EF91A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67986-05CD-0948-B842-65071D871968}" type="slidenum">
              <a:rPr lang="en-US" smtClean="0"/>
              <a:t>‹#›</a:t>
            </a:fld>
            <a:endParaRPr lang="en-US"/>
          </a:p>
        </p:txBody>
      </p:sp>
    </p:spTree>
    <p:extLst>
      <p:ext uri="{BB962C8B-B14F-4D97-AF65-F5344CB8AC3E}">
        <p14:creationId xmlns:p14="http://schemas.microsoft.com/office/powerpoint/2010/main" val="92529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958CB-F0C6-B5B6-8812-BF914D98F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F9E4B-96F5-A0ED-D54C-B065B30B3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B1D252-354F-4AC1-7C8C-2D33669CA926}"/>
              </a:ext>
            </a:extLst>
          </p:cNvPr>
          <p:cNvSpPr>
            <a:spLocks noGrp="1"/>
          </p:cNvSpPr>
          <p:nvPr>
            <p:ph type="body" idx="1"/>
          </p:nvPr>
        </p:nvSpPr>
        <p:spPr/>
        <p:txBody>
          <a:bodyPr/>
          <a:lstStyle/>
          <a:p>
            <a:r>
              <a:rPr lang="en-US"/>
              <a:t>Hi All, Myself Sworoop. I am from Sales Enablement Team. I take care of creatives in the team. I am here to walk you all through the newly designed OI Power Point template V1.O. We have already pushed this template through IT team and is available on all windows laptop. When you open a new PowerPoint document the default template coming up is this</a:t>
            </a:r>
          </a:p>
        </p:txBody>
      </p:sp>
      <p:sp>
        <p:nvSpPr>
          <p:cNvPr id="4" name="Slide Number Placeholder 3">
            <a:extLst>
              <a:ext uri="{FF2B5EF4-FFF2-40B4-BE49-F238E27FC236}">
                <a16:creationId xmlns:a16="http://schemas.microsoft.com/office/drawing/2014/main" id="{D79A8F02-9FD6-70FE-134F-60396109F7BD}"/>
              </a:ext>
            </a:extLst>
          </p:cNvPr>
          <p:cNvSpPr>
            <a:spLocks noGrp="1"/>
          </p:cNvSpPr>
          <p:nvPr>
            <p:ph type="sldNum" sz="quarter" idx="5"/>
          </p:nvPr>
        </p:nvSpPr>
        <p:spPr/>
        <p:txBody>
          <a:bodyPr/>
          <a:lstStyle/>
          <a:p>
            <a:fld id="{5FA67986-05CD-0948-B842-65071D871968}" type="slidenum">
              <a:rPr lang="en-US" smtClean="0"/>
              <a:t>2</a:t>
            </a:fld>
            <a:endParaRPr lang="en-US"/>
          </a:p>
        </p:txBody>
      </p:sp>
    </p:spTree>
    <p:extLst>
      <p:ext uri="{BB962C8B-B14F-4D97-AF65-F5344CB8AC3E}">
        <p14:creationId xmlns:p14="http://schemas.microsoft.com/office/powerpoint/2010/main" val="447276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Title &amp; Text Slide Layout</a:t>
            </a:r>
          </a:p>
        </p:txBody>
      </p:sp>
      <p:sp>
        <p:nvSpPr>
          <p:cNvPr id="4" name="Slide Number Placeholder 3"/>
          <p:cNvSpPr>
            <a:spLocks noGrp="1"/>
          </p:cNvSpPr>
          <p:nvPr>
            <p:ph type="sldNum" sz="quarter" idx="5"/>
          </p:nvPr>
        </p:nvSpPr>
        <p:spPr/>
        <p:txBody>
          <a:bodyPr/>
          <a:lstStyle/>
          <a:p>
            <a:fld id="{5FA67986-05CD-0948-B842-65071D871968}" type="slidenum">
              <a:rPr lang="en-US" smtClean="0"/>
              <a:t>5</a:t>
            </a:fld>
            <a:endParaRPr lang="en-US"/>
          </a:p>
        </p:txBody>
      </p:sp>
    </p:spTree>
    <p:extLst>
      <p:ext uri="{BB962C8B-B14F-4D97-AF65-F5344CB8AC3E}">
        <p14:creationId xmlns:p14="http://schemas.microsoft.com/office/powerpoint/2010/main" val="4009258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Title &amp; Subtitle Text Slide Layout</a:t>
            </a:r>
          </a:p>
          <a:p>
            <a:endParaRPr lang="en-US"/>
          </a:p>
        </p:txBody>
      </p:sp>
      <p:sp>
        <p:nvSpPr>
          <p:cNvPr id="4" name="Slide Number Placeholder 3"/>
          <p:cNvSpPr>
            <a:spLocks noGrp="1"/>
          </p:cNvSpPr>
          <p:nvPr>
            <p:ph type="sldNum" sz="quarter" idx="5"/>
          </p:nvPr>
        </p:nvSpPr>
        <p:spPr/>
        <p:txBody>
          <a:bodyPr/>
          <a:lstStyle/>
          <a:p>
            <a:fld id="{5FA67986-05CD-0948-B842-65071D871968}" type="slidenum">
              <a:rPr lang="en-US" smtClean="0"/>
              <a:t>6</a:t>
            </a:fld>
            <a:endParaRPr lang="en-US"/>
          </a:p>
        </p:txBody>
      </p:sp>
    </p:spTree>
    <p:extLst>
      <p:ext uri="{BB962C8B-B14F-4D97-AF65-F5344CB8AC3E}">
        <p14:creationId xmlns:p14="http://schemas.microsoft.com/office/powerpoint/2010/main" val="3166028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Two Line Title with Subtitle &amp; Text Layout</a:t>
            </a:r>
          </a:p>
          <a:p>
            <a:endParaRPr lang="en-US"/>
          </a:p>
        </p:txBody>
      </p:sp>
      <p:sp>
        <p:nvSpPr>
          <p:cNvPr id="4" name="Slide Number Placeholder 3"/>
          <p:cNvSpPr>
            <a:spLocks noGrp="1"/>
          </p:cNvSpPr>
          <p:nvPr>
            <p:ph type="sldNum" sz="quarter" idx="5"/>
          </p:nvPr>
        </p:nvSpPr>
        <p:spPr/>
        <p:txBody>
          <a:bodyPr/>
          <a:lstStyle/>
          <a:p>
            <a:fld id="{5FA67986-05CD-0948-B842-65071D871968}" type="slidenum">
              <a:rPr lang="en-US" smtClean="0"/>
              <a:t>7</a:t>
            </a:fld>
            <a:endParaRPr lang="en-US"/>
          </a:p>
        </p:txBody>
      </p:sp>
    </p:spTree>
    <p:extLst>
      <p:ext uri="{BB962C8B-B14F-4D97-AF65-F5344CB8AC3E}">
        <p14:creationId xmlns:p14="http://schemas.microsoft.com/office/powerpoint/2010/main" val="501275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Table Format </a:t>
            </a:r>
          </a:p>
        </p:txBody>
      </p:sp>
      <p:sp>
        <p:nvSpPr>
          <p:cNvPr id="4" name="Slide Number Placeholder 3"/>
          <p:cNvSpPr>
            <a:spLocks noGrp="1"/>
          </p:cNvSpPr>
          <p:nvPr>
            <p:ph type="sldNum" sz="quarter" idx="5"/>
          </p:nvPr>
        </p:nvSpPr>
        <p:spPr/>
        <p:txBody>
          <a:bodyPr/>
          <a:lstStyle/>
          <a:p>
            <a:fld id="{5FA67986-05CD-0948-B842-65071D871968}" type="slidenum">
              <a:rPr lang="en-US" smtClean="0"/>
              <a:t>8</a:t>
            </a:fld>
            <a:endParaRPr lang="en-US"/>
          </a:p>
        </p:txBody>
      </p:sp>
    </p:spTree>
    <p:extLst>
      <p:ext uri="{BB962C8B-B14F-4D97-AF65-F5344CB8AC3E}">
        <p14:creationId xmlns:p14="http://schemas.microsoft.com/office/powerpoint/2010/main" val="3190014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A67986-05CD-0948-B842-65071D871968}" type="slidenum">
              <a:rPr lang="en-US" smtClean="0"/>
              <a:t>10</a:t>
            </a:fld>
            <a:endParaRPr lang="en-US"/>
          </a:p>
        </p:txBody>
      </p:sp>
    </p:spTree>
    <p:extLst>
      <p:ext uri="{BB962C8B-B14F-4D97-AF65-F5344CB8AC3E}">
        <p14:creationId xmlns:p14="http://schemas.microsoft.com/office/powerpoint/2010/main" val="963203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Title &amp; Text Slide Layout</a:t>
            </a:r>
          </a:p>
          <a:p>
            <a:endParaRPr lang="en-US"/>
          </a:p>
        </p:txBody>
      </p:sp>
      <p:sp>
        <p:nvSpPr>
          <p:cNvPr id="4" name="Slide Number Placeholder 3"/>
          <p:cNvSpPr>
            <a:spLocks noGrp="1"/>
          </p:cNvSpPr>
          <p:nvPr>
            <p:ph type="sldNum" sz="quarter" idx="5"/>
          </p:nvPr>
        </p:nvSpPr>
        <p:spPr/>
        <p:txBody>
          <a:bodyPr/>
          <a:lstStyle/>
          <a:p>
            <a:fld id="{5FA67986-05CD-0948-B842-65071D871968}" type="slidenum">
              <a:rPr lang="en-US" smtClean="0"/>
              <a:t>14</a:t>
            </a:fld>
            <a:endParaRPr lang="en-US"/>
          </a:p>
        </p:txBody>
      </p:sp>
    </p:spTree>
    <p:extLst>
      <p:ext uri="{BB962C8B-B14F-4D97-AF65-F5344CB8AC3E}">
        <p14:creationId xmlns:p14="http://schemas.microsoft.com/office/powerpoint/2010/main" val="91921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Title &amp; Subtitle Text Slide Layout</a:t>
            </a:r>
          </a:p>
          <a:p>
            <a:endParaRPr lang="en-US"/>
          </a:p>
        </p:txBody>
      </p:sp>
      <p:sp>
        <p:nvSpPr>
          <p:cNvPr id="4" name="Slide Number Placeholder 3"/>
          <p:cNvSpPr>
            <a:spLocks noGrp="1"/>
          </p:cNvSpPr>
          <p:nvPr>
            <p:ph type="sldNum" sz="quarter" idx="5"/>
          </p:nvPr>
        </p:nvSpPr>
        <p:spPr/>
        <p:txBody>
          <a:bodyPr/>
          <a:lstStyle/>
          <a:p>
            <a:fld id="{5FA67986-05CD-0948-B842-65071D871968}" type="slidenum">
              <a:rPr lang="en-US" smtClean="0"/>
              <a:t>15</a:t>
            </a:fld>
            <a:endParaRPr lang="en-US"/>
          </a:p>
        </p:txBody>
      </p:sp>
    </p:spTree>
    <p:extLst>
      <p:ext uri="{BB962C8B-B14F-4D97-AF65-F5344CB8AC3E}">
        <p14:creationId xmlns:p14="http://schemas.microsoft.com/office/powerpoint/2010/main" val="50735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Two Line Title with Subtitle &amp; Text Layout</a:t>
            </a:r>
          </a:p>
          <a:p>
            <a:endParaRPr lang="en-US"/>
          </a:p>
        </p:txBody>
      </p:sp>
      <p:sp>
        <p:nvSpPr>
          <p:cNvPr id="4" name="Slide Number Placeholder 3"/>
          <p:cNvSpPr>
            <a:spLocks noGrp="1"/>
          </p:cNvSpPr>
          <p:nvPr>
            <p:ph type="sldNum" sz="quarter" idx="5"/>
          </p:nvPr>
        </p:nvSpPr>
        <p:spPr/>
        <p:txBody>
          <a:bodyPr/>
          <a:lstStyle/>
          <a:p>
            <a:fld id="{5FA67986-05CD-0948-B842-65071D871968}" type="slidenum">
              <a:rPr lang="en-US" smtClean="0"/>
              <a:t>16</a:t>
            </a:fld>
            <a:endParaRPr lang="en-US"/>
          </a:p>
        </p:txBody>
      </p:sp>
    </p:spTree>
    <p:extLst>
      <p:ext uri="{BB962C8B-B14F-4D97-AF65-F5344CB8AC3E}">
        <p14:creationId xmlns:p14="http://schemas.microsoft.com/office/powerpoint/2010/main" val="3851324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Table Format</a:t>
            </a:r>
          </a:p>
        </p:txBody>
      </p:sp>
      <p:sp>
        <p:nvSpPr>
          <p:cNvPr id="4" name="Slide Number Placeholder 3"/>
          <p:cNvSpPr>
            <a:spLocks noGrp="1"/>
          </p:cNvSpPr>
          <p:nvPr>
            <p:ph type="sldNum" sz="quarter" idx="5"/>
          </p:nvPr>
        </p:nvSpPr>
        <p:spPr/>
        <p:txBody>
          <a:bodyPr/>
          <a:lstStyle/>
          <a:p>
            <a:fld id="{5FA67986-05CD-0948-B842-65071D871968}" type="slidenum">
              <a:rPr lang="en-US" smtClean="0"/>
              <a:t>17</a:t>
            </a:fld>
            <a:endParaRPr lang="en-US"/>
          </a:p>
        </p:txBody>
      </p:sp>
    </p:spTree>
    <p:extLst>
      <p:ext uri="{BB962C8B-B14F-4D97-AF65-F5344CB8AC3E}">
        <p14:creationId xmlns:p14="http://schemas.microsoft.com/office/powerpoint/2010/main" val="940538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Section Divider</a:t>
            </a:r>
          </a:p>
        </p:txBody>
      </p:sp>
      <p:sp>
        <p:nvSpPr>
          <p:cNvPr id="4" name="Slide Number Placeholder 3"/>
          <p:cNvSpPr>
            <a:spLocks noGrp="1"/>
          </p:cNvSpPr>
          <p:nvPr>
            <p:ph type="sldNum" sz="quarter" idx="5"/>
          </p:nvPr>
        </p:nvSpPr>
        <p:spPr/>
        <p:txBody>
          <a:bodyPr/>
          <a:lstStyle/>
          <a:p>
            <a:fld id="{5FA67986-05CD-0948-B842-65071D871968}" type="slidenum">
              <a:rPr lang="en-US" smtClean="0"/>
              <a:t>18</a:t>
            </a:fld>
            <a:endParaRPr lang="en-US"/>
          </a:p>
        </p:txBody>
      </p:sp>
    </p:spTree>
    <p:extLst>
      <p:ext uri="{BB962C8B-B14F-4D97-AF65-F5344CB8AC3E}">
        <p14:creationId xmlns:p14="http://schemas.microsoft.com/office/powerpoint/2010/main" val="23127527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svg"/><Relationship Id="rId7" Type="http://schemas.openxmlformats.org/officeDocument/2006/relationships/hyperlink" Target="https://x.com/CurrentlyOrion" TargetMode="External"/><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hyperlink" Target="http://www.instagram.com/orion.innovation" TargetMode="External"/><Relationship Id="rId11" Type="http://schemas.openxmlformats.org/officeDocument/2006/relationships/image" Target="../media/image7.png"/><Relationship Id="rId5" Type="http://schemas.openxmlformats.org/officeDocument/2006/relationships/hyperlink" Target="http://linkedin.com/company/orioninnovation" TargetMode="External"/><Relationship Id="rId10" Type="http://schemas.openxmlformats.org/officeDocument/2006/relationships/image" Target="../media/image6.png"/><Relationship Id="rId4" Type="http://schemas.openxmlformats.org/officeDocument/2006/relationships/hyperlink" Target="https://www.orioninnovation.com/" TargetMode="External"/><Relationship Id="rId9" Type="http://schemas.openxmlformats.org/officeDocument/2006/relationships/image" Target="../media/image5.jpe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jpeg"/><Relationship Id="rId3" Type="http://schemas.openxmlformats.org/officeDocument/2006/relationships/image" Target="../media/image3.svg"/><Relationship Id="rId7" Type="http://schemas.openxmlformats.org/officeDocument/2006/relationships/hyperlink" Target="https://x.com/CurrentlyOrion" TargetMode="External"/><Relationship Id="rId12" Type="http://schemas.openxmlformats.org/officeDocument/2006/relationships/image" Target="../media/image10.pn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hyperlink" Target="http://www.instagram.com/orion.innovation" TargetMode="External"/><Relationship Id="rId11" Type="http://schemas.microsoft.com/office/2007/relationships/hdphoto" Target="../media/hdphoto2.wdp"/><Relationship Id="rId5" Type="http://schemas.openxmlformats.org/officeDocument/2006/relationships/hyperlink" Target="http://linkedin.com/company/orioninnovation" TargetMode="External"/><Relationship Id="rId10" Type="http://schemas.openxmlformats.org/officeDocument/2006/relationships/image" Target="../media/image9.png"/><Relationship Id="rId4" Type="http://schemas.openxmlformats.org/officeDocument/2006/relationships/hyperlink" Target="http://www.orioninnovation.com/" TargetMode="External"/><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Tidal - White">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0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Add a Title</a:t>
            </a:r>
            <a:endParaRPr lang="en-IN"/>
          </a:p>
        </p:txBody>
      </p:sp>
      <p:sp>
        <p:nvSpPr>
          <p:cNvPr id="13" name="Text Placeholder 16">
            <a:extLst>
              <a:ext uri="{FF2B5EF4-FFF2-40B4-BE49-F238E27FC236}">
                <a16:creationId xmlns:a16="http://schemas.microsoft.com/office/drawing/2014/main" id="{4D0F44B2-EB53-2D96-6B6F-D4A30D67762B}"/>
              </a:ext>
            </a:extLst>
          </p:cNvPr>
          <p:cNvSpPr>
            <a:spLocks noGrp="1"/>
          </p:cNvSpPr>
          <p:nvPr>
            <p:ph type="body" sz="quarter" idx="11" hasCustomPrompt="1"/>
          </p:nvPr>
        </p:nvSpPr>
        <p:spPr>
          <a:xfrm>
            <a:off x="640079" y="6035040"/>
            <a:ext cx="6400800" cy="182880"/>
          </a:xfrm>
          <a:prstGeom prst="rect">
            <a:avLst/>
          </a:prstGeom>
        </p:spPr>
        <p:txBody>
          <a:bodyPr lIns="0">
            <a:noAutofit/>
          </a:bodyPr>
          <a:lstStyle>
            <a:lvl1pPr marL="0" indent="0">
              <a:buNone/>
              <a:defRPr sz="1000" spc="200" baseline="0">
                <a:solidFill>
                  <a:schemeClr val="tx1"/>
                </a:solidFill>
              </a:defRPr>
            </a:lvl1pPr>
          </a:lstStyle>
          <a:p>
            <a:pPr lvl="0"/>
            <a:r>
              <a:rPr lang="en-US"/>
              <a:t>OPTIONAL TEXT</a:t>
            </a:r>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Tree>
    <p:extLst>
      <p:ext uri="{BB962C8B-B14F-4D97-AF65-F5344CB8AC3E}">
        <p14:creationId xmlns:p14="http://schemas.microsoft.com/office/powerpoint/2010/main" val="319418299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Tidal - Black">
    <p:bg>
      <p:bgPr>
        <a:solidFill>
          <a:schemeClr val="bg1"/>
        </a:solidFill>
        <a:effectLst/>
      </p:bgPr>
    </p:bg>
    <p:spTree>
      <p:nvGrpSpPr>
        <p:cNvPr id="1" name="Shape 9"/>
        <p:cNvGrpSpPr/>
        <p:nvPr/>
      </p:nvGrpSpPr>
      <p:grpSpPr>
        <a:xfrm>
          <a:off x="0" y="0"/>
          <a:ext cx="0" cy="0"/>
          <a:chOff x="0" y="0"/>
          <a:chExt cx="0" cy="0"/>
        </a:xfrm>
      </p:grpSpPr>
      <p:pic>
        <p:nvPicPr>
          <p:cNvPr id="5" name="Picture 4" descr="A rainbow colored spiral&#10;&#10;AI-generated content may be incorrect.">
            <a:extLst>
              <a:ext uri="{FF2B5EF4-FFF2-40B4-BE49-F238E27FC236}">
                <a16:creationId xmlns:a16="http://schemas.microsoft.com/office/drawing/2014/main" id="{C31497DC-9E48-8E84-1AD5-F534ADDF7D6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1" name="Shape 10"/>
          <p:cNvSpPr txBox="1">
            <a:spLocks noGrp="1"/>
          </p:cNvSpPr>
          <p:nvPr>
            <p:ph type="ctrTitle" hasCustomPrompt="1"/>
          </p:nvPr>
        </p:nvSpPr>
        <p:spPr>
          <a:xfrm>
            <a:off x="640080" y="2926080"/>
            <a:ext cx="6400800" cy="2739614"/>
          </a:xfrm>
          <a:prstGeom prst="rect">
            <a:avLst/>
          </a:prstGeom>
        </p:spPr>
        <p:txBody>
          <a:bodyPr lIns="0" tIns="0" rIns="0" bIns="0" anchor="b" anchorCtr="0">
            <a:noAutofit/>
          </a:bodyPr>
          <a:lstStyle>
            <a:lvl1pPr marR="0" lvl="0" algn="l" rtl="0">
              <a:lnSpc>
                <a:spcPct val="80000"/>
              </a:lnSpc>
              <a:spcBef>
                <a:spcPts val="0"/>
              </a:spcBef>
              <a:spcAft>
                <a:spcPts val="0"/>
              </a:spcAft>
              <a:buClr>
                <a:srgbClr val="FFFFFF"/>
              </a:buClr>
              <a:buSzPct val="100000"/>
              <a:buNone/>
              <a:defRPr lang="en-IN" sz="5400" b="1" i="0" u="none" strike="noStrike" cap="none" spc="-150" baseline="0" dirty="0">
                <a:solidFill>
                  <a:schemeClr val="tx1"/>
                </a:solidFill>
                <a:latin typeface="Arial" panose="020B0604020202020204" pitchFamily="34" charset="0"/>
                <a:ea typeface="Tahoma" panose="020B0604030504040204" pitchFamily="34" charset="0"/>
                <a:cs typeface="Arial" panose="020B0604020202020204" pitchFamily="34" charset="0"/>
                <a:sym typeface="Arial"/>
              </a:defRPr>
            </a:lvl1pPr>
            <a:lvl2pPr lvl="1" algn="ctr">
              <a:spcBef>
                <a:spcPts val="0"/>
              </a:spcBef>
              <a:buClr>
                <a:srgbClr val="FFFFFF"/>
              </a:buClr>
              <a:buSzPct val="100000"/>
              <a:defRPr sz="6400">
                <a:solidFill>
                  <a:srgbClr val="FFFFFF"/>
                </a:solidFill>
              </a:defRPr>
            </a:lvl2pPr>
            <a:lvl3pPr lvl="2" algn="ctr">
              <a:spcBef>
                <a:spcPts val="0"/>
              </a:spcBef>
              <a:buClr>
                <a:srgbClr val="FFFFFF"/>
              </a:buClr>
              <a:buSzPct val="100000"/>
              <a:defRPr sz="6400">
                <a:solidFill>
                  <a:srgbClr val="FFFFFF"/>
                </a:solidFill>
              </a:defRPr>
            </a:lvl3pPr>
            <a:lvl4pPr lvl="3" algn="ctr">
              <a:spcBef>
                <a:spcPts val="0"/>
              </a:spcBef>
              <a:buClr>
                <a:srgbClr val="FFFFFF"/>
              </a:buClr>
              <a:buSzPct val="100000"/>
              <a:defRPr sz="6400">
                <a:solidFill>
                  <a:srgbClr val="FFFFFF"/>
                </a:solidFill>
              </a:defRPr>
            </a:lvl4pPr>
            <a:lvl5pPr lvl="4" algn="ctr">
              <a:spcBef>
                <a:spcPts val="0"/>
              </a:spcBef>
              <a:buClr>
                <a:srgbClr val="FFFFFF"/>
              </a:buClr>
              <a:buSzPct val="100000"/>
              <a:defRPr sz="6400">
                <a:solidFill>
                  <a:srgbClr val="FFFFFF"/>
                </a:solidFill>
              </a:defRPr>
            </a:lvl5pPr>
            <a:lvl6pPr lvl="5" algn="ctr">
              <a:spcBef>
                <a:spcPts val="0"/>
              </a:spcBef>
              <a:buClr>
                <a:srgbClr val="FFFFFF"/>
              </a:buClr>
              <a:buSzPct val="100000"/>
              <a:defRPr sz="6400">
                <a:solidFill>
                  <a:srgbClr val="FFFFFF"/>
                </a:solidFill>
              </a:defRPr>
            </a:lvl6pPr>
            <a:lvl7pPr lvl="6" algn="ctr">
              <a:spcBef>
                <a:spcPts val="0"/>
              </a:spcBef>
              <a:buClr>
                <a:srgbClr val="FFFFFF"/>
              </a:buClr>
              <a:buSzPct val="100000"/>
              <a:defRPr sz="6400">
                <a:solidFill>
                  <a:srgbClr val="FFFFFF"/>
                </a:solidFill>
              </a:defRPr>
            </a:lvl7pPr>
            <a:lvl8pPr lvl="7" algn="ctr">
              <a:spcBef>
                <a:spcPts val="0"/>
              </a:spcBef>
              <a:buClr>
                <a:srgbClr val="FFFFFF"/>
              </a:buClr>
              <a:buSzPct val="100000"/>
              <a:defRPr sz="6400">
                <a:solidFill>
                  <a:srgbClr val="FFFFFF"/>
                </a:solidFill>
              </a:defRPr>
            </a:lvl8pPr>
            <a:lvl9pPr lvl="8" algn="ctr">
              <a:spcBef>
                <a:spcPts val="0"/>
              </a:spcBef>
              <a:buClr>
                <a:srgbClr val="FFFFFF"/>
              </a:buClr>
              <a:buSzPct val="100000"/>
              <a:defRPr sz="6400">
                <a:solidFill>
                  <a:srgbClr val="FFFFFF"/>
                </a:solidFill>
              </a:defRPr>
            </a:lvl9pPr>
          </a:lstStyle>
          <a:p>
            <a:r>
              <a:rPr lang="en-US"/>
              <a:t>Click to add a Title</a:t>
            </a:r>
            <a:endParaRPr lang="en-IN"/>
          </a:p>
        </p:txBody>
      </p:sp>
      <p:pic>
        <p:nvPicPr>
          <p:cNvPr id="18" name="Graphic 17">
            <a:extLst>
              <a:ext uri="{FF2B5EF4-FFF2-40B4-BE49-F238E27FC236}">
                <a16:creationId xmlns:a16="http://schemas.microsoft.com/office/drawing/2014/main" id="{5E78190D-6770-3FCB-BE18-AF4B96912A2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2" name="Text Placeholder 16">
            <a:extLst>
              <a:ext uri="{FF2B5EF4-FFF2-40B4-BE49-F238E27FC236}">
                <a16:creationId xmlns:a16="http://schemas.microsoft.com/office/drawing/2014/main" id="{8C412269-B983-3073-A130-4CC9F5C2596A}"/>
              </a:ext>
            </a:extLst>
          </p:cNvPr>
          <p:cNvSpPr>
            <a:spLocks noGrp="1"/>
          </p:cNvSpPr>
          <p:nvPr>
            <p:ph type="body" sz="quarter" idx="12" hasCustomPrompt="1"/>
          </p:nvPr>
        </p:nvSpPr>
        <p:spPr>
          <a:xfrm>
            <a:off x="640080" y="5900570"/>
            <a:ext cx="6400800" cy="182880"/>
          </a:xfrm>
          <a:prstGeom prst="rect">
            <a:avLst/>
          </a:prstGeom>
        </p:spPr>
        <p:txBody>
          <a:bodyPr lIns="27432">
            <a:noAutofit/>
          </a:bodyPr>
          <a:lstStyle>
            <a:lvl1pPr marL="0" indent="0">
              <a:buNone/>
              <a:defRPr sz="1000" spc="200" baseline="0">
                <a:solidFill>
                  <a:schemeClr val="tx1"/>
                </a:solidFill>
              </a:defRPr>
            </a:lvl1pPr>
          </a:lstStyle>
          <a:p>
            <a:pPr lvl="0"/>
            <a:r>
              <a:rPr lang="en-US"/>
              <a:t>OPTIONAL TEXT</a:t>
            </a:r>
          </a:p>
        </p:txBody>
      </p:sp>
    </p:spTree>
    <p:extLst>
      <p:ext uri="{BB962C8B-B14F-4D97-AF65-F5344CB8AC3E}">
        <p14:creationId xmlns:p14="http://schemas.microsoft.com/office/powerpoint/2010/main" val="131269569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140810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457200"/>
            <a:ext cx="10972800" cy="640080"/>
          </a:xfrm>
          <a:prstGeom prst="rect">
            <a:avLst/>
          </a:prstGeom>
        </p:spPr>
        <p:txBody>
          <a:bodyPr lIns="0" tIns="0" rIns="0" bIns="0"/>
          <a:lstStyle>
            <a:lvl1pPr marL="0" indent="0">
              <a:buNone/>
              <a:defRPr sz="3600" b="1" i="0" spc="-150" baseline="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Agenda</a:t>
            </a:r>
          </a:p>
        </p:txBody>
      </p:sp>
    </p:spTree>
    <p:extLst>
      <p:ext uri="{BB962C8B-B14F-4D97-AF65-F5344CB8AC3E}">
        <p14:creationId xmlns:p14="http://schemas.microsoft.com/office/powerpoint/2010/main" val="2685571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Black">
    <p:bg>
      <p:bgPr>
        <a:solidFill>
          <a:schemeClr val="tx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6" name="Text Placeholder 2">
            <a:extLst>
              <a:ext uri="{FF2B5EF4-FFF2-40B4-BE49-F238E27FC236}">
                <a16:creationId xmlns:a16="http://schemas.microsoft.com/office/drawing/2014/main" id="{7C1DFA83-DBBD-89EB-FC7F-E419D6F84B4C}"/>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bg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12" name="Group 11">
            <a:extLst>
              <a:ext uri="{FF2B5EF4-FFF2-40B4-BE49-F238E27FC236}">
                <a16:creationId xmlns:a16="http://schemas.microsoft.com/office/drawing/2014/main" id="{7FA077B6-9EEE-CC1F-D5C2-1F9522043CD9}"/>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13" name="Parallelogram 12">
              <a:extLst>
                <a:ext uri="{FF2B5EF4-FFF2-40B4-BE49-F238E27FC236}">
                  <a16:creationId xmlns:a16="http://schemas.microsoft.com/office/drawing/2014/main" id="{9C1D0426-FBF4-DE00-E02C-8D5F2C15D38D}"/>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lock Arc 13">
              <a:extLst>
                <a:ext uri="{FF2B5EF4-FFF2-40B4-BE49-F238E27FC236}">
                  <a16:creationId xmlns:a16="http://schemas.microsoft.com/office/drawing/2014/main" id="{7C2D95B7-4DFD-C1E7-A6C5-3801A98784F4}"/>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9268492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OI - White">
    <p:bg>
      <p:bgPr>
        <a:solidFill>
          <a:schemeClr val="bg1"/>
        </a:solidFill>
        <a:effectLst/>
      </p:bgPr>
    </p:bg>
    <p:spTree>
      <p:nvGrpSpPr>
        <p:cNvPr id="1" name="Shape 1205"/>
        <p:cNvGrpSpPr/>
        <p:nvPr/>
      </p:nvGrpSpPr>
      <p:grpSpPr>
        <a:xfrm>
          <a:off x="0" y="0"/>
          <a:ext cx="0" cy="0"/>
          <a:chOff x="0" y="0"/>
          <a:chExt cx="0" cy="0"/>
        </a:xfrm>
      </p:grpSpPr>
      <p:sp>
        <p:nvSpPr>
          <p:cNvPr id="10" name="TextBox 9"/>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11" name="Rectangle 10"/>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2">
            <a:extLst>
              <a:ext uri="{FF2B5EF4-FFF2-40B4-BE49-F238E27FC236}">
                <a16:creationId xmlns:a16="http://schemas.microsoft.com/office/drawing/2014/main" id="{CD46454F-EC71-48E1-5357-FB89F2DE283E}"/>
              </a:ext>
            </a:extLst>
          </p:cNvPr>
          <p:cNvSpPr>
            <a:spLocks noGrp="1"/>
          </p:cNvSpPr>
          <p:nvPr>
            <p:ph type="body" sz="quarter" idx="10" hasCustomPrompt="1"/>
          </p:nvPr>
        </p:nvSpPr>
        <p:spPr>
          <a:xfrm>
            <a:off x="3810000" y="3124200"/>
            <a:ext cx="6993082" cy="685800"/>
          </a:xfrm>
          <a:prstGeom prst="rect">
            <a:avLst/>
          </a:prstGeom>
        </p:spPr>
        <p:txBody>
          <a:bodyPr lIns="0" tIns="0" rIns="0" bIns="0" anchor="ctr" anchorCtr="0">
            <a:spAutoFit/>
          </a:bodyPr>
          <a:lstStyle>
            <a:lvl1pPr marL="0" indent="0" algn="l">
              <a:lnSpc>
                <a:spcPct val="90000"/>
              </a:lnSpc>
              <a:spcBef>
                <a:spcPts val="0"/>
              </a:spcBef>
              <a:spcAft>
                <a:spcPts val="0"/>
              </a:spcAft>
              <a:buNone/>
              <a:defRPr sz="4800" b="1" spc="-100" baseline="0">
                <a:solidFill>
                  <a:schemeClr val="tx1"/>
                </a:solidFill>
              </a:defRPr>
            </a:lvl1pPr>
            <a:lvl2pPr marL="304792" indent="0">
              <a:buNone/>
              <a:defRPr>
                <a:solidFill>
                  <a:schemeClr val="bg1"/>
                </a:solidFill>
              </a:defRPr>
            </a:lvl2pPr>
            <a:lvl3pPr marL="609585" indent="0">
              <a:buNone/>
              <a:defRPr>
                <a:solidFill>
                  <a:schemeClr val="bg1"/>
                </a:solidFill>
              </a:defRPr>
            </a:lvl3pPr>
            <a:lvl4pPr marL="914377" indent="0">
              <a:buNone/>
              <a:defRPr>
                <a:solidFill>
                  <a:schemeClr val="bg1"/>
                </a:solidFill>
              </a:defRPr>
            </a:lvl4pPr>
            <a:lvl5pPr marL="1219170" indent="0">
              <a:buNone/>
              <a:defRPr>
                <a:solidFill>
                  <a:schemeClr val="bg1"/>
                </a:solidFill>
              </a:defRPr>
            </a:lvl5pPr>
          </a:lstStyle>
          <a:p>
            <a:pPr lvl="0"/>
            <a:r>
              <a:rPr lang="en-IN"/>
              <a:t>Section Divider Title</a:t>
            </a:r>
            <a:endParaRPr lang="en-US"/>
          </a:p>
        </p:txBody>
      </p:sp>
      <p:grpSp>
        <p:nvGrpSpPr>
          <p:cNvPr id="4" name="Group 3">
            <a:extLst>
              <a:ext uri="{FF2B5EF4-FFF2-40B4-BE49-F238E27FC236}">
                <a16:creationId xmlns:a16="http://schemas.microsoft.com/office/drawing/2014/main" id="{5B8EA5A1-39EA-85B7-EDAD-977AF9E75BD1}"/>
              </a:ext>
            </a:extLst>
          </p:cNvPr>
          <p:cNvGrpSpPr/>
          <p:nvPr userDrawn="1"/>
        </p:nvGrpSpPr>
        <p:grpSpPr bwMode="black">
          <a:xfrm>
            <a:off x="-1600200" y="1789679"/>
            <a:ext cx="5180058" cy="3220764"/>
            <a:chOff x="-2477006" y="951186"/>
            <a:chExt cx="7970296" cy="4955628"/>
          </a:xfrm>
          <a:gradFill flip="none" rotWithShape="1">
            <a:gsLst>
              <a:gs pos="50000">
                <a:srgbClr val="7E18BE"/>
              </a:gs>
              <a:gs pos="0">
                <a:srgbClr val="0084FF"/>
              </a:gs>
              <a:gs pos="80000">
                <a:srgbClr val="FF5E86"/>
              </a:gs>
            </a:gsLst>
            <a:lin ang="2700000" scaled="1"/>
            <a:tileRect/>
          </a:gradFill>
        </p:grpSpPr>
        <p:sp>
          <p:nvSpPr>
            <p:cNvPr id="5" name="Parallelogram 4">
              <a:extLst>
                <a:ext uri="{FF2B5EF4-FFF2-40B4-BE49-F238E27FC236}">
                  <a16:creationId xmlns:a16="http://schemas.microsoft.com/office/drawing/2014/main" id="{797DAAA4-D1BF-74F7-EDCE-BCC5787E0C3A}"/>
                </a:ext>
              </a:extLst>
            </p:cNvPr>
            <p:cNvSpPr/>
            <p:nvPr/>
          </p:nvSpPr>
          <p:spPr bwMode="black">
            <a:xfrm>
              <a:off x="2389726" y="987972"/>
              <a:ext cx="3103564" cy="4918842"/>
            </a:xfrm>
            <a:prstGeom prst="parallelogram">
              <a:avLst>
                <a:gd name="adj" fmla="val 5444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A59C8600-5483-3E2A-648E-BC4B97D127A5}"/>
                </a:ext>
              </a:extLst>
            </p:cNvPr>
            <p:cNvSpPr/>
            <p:nvPr/>
          </p:nvSpPr>
          <p:spPr bwMode="black">
            <a:xfrm rot="5400000">
              <a:off x="-2477006" y="951186"/>
              <a:ext cx="4955627" cy="4955627"/>
            </a:xfrm>
            <a:prstGeom prst="blockArc">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grpSp>
    </p:spTree>
    <p:extLst>
      <p:ext uri="{BB962C8B-B14F-4D97-AF65-F5344CB8AC3E}">
        <p14:creationId xmlns:p14="http://schemas.microsoft.com/office/powerpoint/2010/main" val="37686413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de - Black (Title Only)">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3026566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de - White (Title Only)">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spc="0" baseline="0">
                <a:gradFill>
                  <a:gsLst>
                    <a:gs pos="51000">
                      <a:srgbClr val="7E18BE"/>
                    </a:gs>
                    <a:gs pos="0">
                      <a:schemeClr val="tx2"/>
                    </a:gs>
                    <a:gs pos="97000">
                      <a:srgbClr val="FF5E86"/>
                    </a:gs>
                  </a:gsLst>
                  <a:lin ang="0" scaled="1"/>
                </a:gradFill>
              </a:defRPr>
            </a:lvl1pPr>
          </a:lstStyle>
          <a:p>
            <a:r>
              <a:rPr lang="en-US"/>
              <a:t>Click To Edit Master Title Style</a:t>
            </a:r>
          </a:p>
        </p:txBody>
      </p:sp>
    </p:spTree>
    <p:extLst>
      <p:ext uri="{BB962C8B-B14F-4D97-AF65-F5344CB8AC3E}">
        <p14:creationId xmlns:p14="http://schemas.microsoft.com/office/powerpoint/2010/main" val="159740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d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74808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2 Line With Subtitle - Black">
    <p:bg>
      <p:bgPr>
        <a:solidFill>
          <a:schemeClr val="tx1"/>
        </a:solidFill>
        <a:effectLst/>
      </p:bgPr>
    </p:bg>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bg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1131753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d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975360"/>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366198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2 Line With Subtitle - White">
    <p:spTree>
      <p:nvGrpSpPr>
        <p:cNvPr id="1" name="Shape 186"/>
        <p:cNvGrpSpPr/>
        <p:nvPr/>
      </p:nvGrpSpPr>
      <p:grpSpPr>
        <a:xfrm>
          <a:off x="0" y="0"/>
          <a:ext cx="0" cy="0"/>
          <a:chOff x="0" y="0"/>
          <a:chExt cx="0" cy="0"/>
        </a:xfrm>
      </p:grpSpPr>
      <p:sp>
        <p:nvSpPr>
          <p:cNvPr id="8" name="TextBox 7"/>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7" name="Rectangle 6"/>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3" name="Title 2"/>
          <p:cNvSpPr>
            <a:spLocks noGrp="1"/>
          </p:cNvSpPr>
          <p:nvPr>
            <p:ph type="title" hasCustomPrompt="1"/>
          </p:nvPr>
        </p:nvSpPr>
        <p:spPr>
          <a:xfrm>
            <a:off x="609599" y="460376"/>
            <a:ext cx="10972799" cy="387798"/>
          </a:xfrm>
        </p:spPr>
        <p:txBody>
          <a:bodyPr>
            <a:spAutoFit/>
          </a:bodyPr>
          <a:lstStyle>
            <a:lvl1pPr>
              <a:defRPr sz="2800" cap="none" baseline="0">
                <a:gradFill>
                  <a:gsLst>
                    <a:gs pos="51000">
                      <a:srgbClr val="7E18BE"/>
                    </a:gs>
                    <a:gs pos="0">
                      <a:srgbClr val="0084FF"/>
                    </a:gs>
                    <a:gs pos="97000">
                      <a:srgbClr val="FF5E86"/>
                    </a:gs>
                  </a:gsLst>
                  <a:lin ang="0" scaled="1"/>
                </a:gradFill>
              </a:defRPr>
            </a:lvl1pPr>
          </a:lstStyle>
          <a:p>
            <a:r>
              <a:rPr lang="en-US"/>
              <a:t>Click To Edit Master Title Style</a:t>
            </a:r>
          </a:p>
        </p:txBody>
      </p:sp>
      <p:sp>
        <p:nvSpPr>
          <p:cNvPr id="10" name="Text Placeholder 2">
            <a:extLst>
              <a:ext uri="{FF2B5EF4-FFF2-40B4-BE49-F238E27FC236}">
                <a16:creationId xmlns:a16="http://schemas.microsoft.com/office/drawing/2014/main" id="{9D535178-0C9A-2F44-8057-64ED548EEC7C}"/>
              </a:ext>
            </a:extLst>
          </p:cNvPr>
          <p:cNvSpPr>
            <a:spLocks noGrp="1"/>
          </p:cNvSpPr>
          <p:nvPr>
            <p:ph type="body" sz="quarter" idx="18" hasCustomPrompt="1"/>
          </p:nvPr>
        </p:nvSpPr>
        <p:spPr>
          <a:xfrm>
            <a:off x="612648" y="1320928"/>
            <a:ext cx="10972800" cy="312265"/>
          </a:xfrm>
          <a:prstGeom prst="rect">
            <a:avLst/>
          </a:prstGeom>
        </p:spPr>
        <p:txBody>
          <a:bodyPr lIns="0" tIns="0" rIns="0" bIns="0">
            <a:spAutoFit/>
          </a:bodyPr>
          <a:lstStyle>
            <a:lvl1pPr marL="0" indent="0">
              <a:buNone/>
              <a:defRPr sz="2000" b="1" i="0" spc="-50" baseline="0">
                <a:solidFill>
                  <a:schemeClr val="tx1"/>
                </a:solidFill>
                <a:latin typeface="Arial" panose="020B0604020202020204" pitchFamily="34" charset="0"/>
                <a:ea typeface="EB Garamond" pitchFamily="2" charset="0"/>
                <a:cs typeface="Arial" panose="020B0604020202020204" pitchFamily="34" charset="0"/>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Tree>
    <p:extLst>
      <p:ext uri="{BB962C8B-B14F-4D97-AF65-F5344CB8AC3E}">
        <p14:creationId xmlns:p14="http://schemas.microsoft.com/office/powerpoint/2010/main" val="598630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nal Slide - White">
    <p:bg>
      <p:bgPr>
        <a:solidFill>
          <a:schemeClr val="bg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hasCustomPrompt="1"/>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tx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Global Headquarters</a:t>
            </a:r>
          </a:p>
          <a:p>
            <a:pPr lvl="0"/>
            <a:r>
              <a:rPr lang="en-US"/>
              <a:t>33 S Wood Ave., 5th Floor</a:t>
            </a:r>
          </a:p>
          <a:p>
            <a:pPr lvl="0"/>
            <a:r>
              <a:rPr lang="en-US"/>
              <a:t>Iselin, NJ 08830</a:t>
            </a:r>
            <a:br>
              <a:rPr lang="en-US"/>
            </a:br>
            <a:r>
              <a:rPr lang="en-US"/>
              <a:t>+1.877.456.9922</a:t>
            </a:r>
            <a:br>
              <a:rPr lang="en-US"/>
            </a:br>
            <a:r>
              <a:rPr lang="en-US" err="1"/>
              <a:t>info@orioninc.com</a:t>
            </a:r>
            <a:r>
              <a:rPr lang="en-US"/>
              <a:t> </a:t>
            </a:r>
          </a:p>
          <a:p>
            <a:pPr lvl="0"/>
            <a:endParaRPr lang="en-US"/>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lum bright="-100000"/>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5" name="TextBox 14">
            <a:extLst>
              <a:ext uri="{FF2B5EF4-FFF2-40B4-BE49-F238E27FC236}">
                <a16:creationId xmlns:a16="http://schemas.microsoft.com/office/drawing/2014/main" id="{2DBC412D-3E01-BD56-691E-4CD8C776D62C}"/>
              </a:ext>
            </a:extLst>
          </p:cNvPr>
          <p:cNvSpPr txBox="1"/>
          <p:nvPr/>
        </p:nvSpPr>
        <p:spPr>
          <a:xfrm>
            <a:off x="8926692" y="4623358"/>
            <a:ext cx="2796879" cy="1292662"/>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tx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tx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rgbClr val="000000"/>
              </a:solidFill>
              <a:effectLst/>
              <a:uLnTx/>
              <a:uFillTx/>
              <a:latin typeface="Arial"/>
              <a:ea typeface="+mn-ea"/>
              <a:cs typeface="Arial"/>
            </a:endParaRPr>
          </a:p>
        </p:txBody>
      </p:sp>
      <p:pic>
        <p:nvPicPr>
          <p:cNvPr id="16" name="Picture 15" descr="Linkedin logo png, Linkedin icon transparent png 18930480 PNG">
            <a:extLst>
              <a:ext uri="{FF2B5EF4-FFF2-40B4-BE49-F238E27FC236}">
                <a16:creationId xmlns:a16="http://schemas.microsoft.com/office/drawing/2014/main" id="{14DEBB42-E32D-1F80-C7F6-EB28422002BC}"/>
              </a:ext>
            </a:extLst>
          </p:cNvPr>
          <p:cNvPicPr>
            <a:picLocks noChangeAspect="1"/>
          </p:cNvPicPr>
          <p:nvPr/>
        </p:nvPicPr>
        <p:blipFill>
          <a:blip r:embed="rId8"/>
          <a:stretch>
            <a:fillRect/>
          </a:stretch>
        </p:blipFill>
        <p:spPr>
          <a:xfrm>
            <a:off x="8684277" y="4944986"/>
            <a:ext cx="329423" cy="329423"/>
          </a:xfrm>
          <a:prstGeom prst="rect">
            <a:avLst/>
          </a:prstGeom>
        </p:spPr>
      </p:pic>
      <p:pic>
        <p:nvPicPr>
          <p:cNvPr id="3" name="Picture 2" descr="Instagram logo Images - Free Download ...">
            <a:extLst>
              <a:ext uri="{FF2B5EF4-FFF2-40B4-BE49-F238E27FC236}">
                <a16:creationId xmlns:a16="http://schemas.microsoft.com/office/drawing/2014/main" id="{9A4352E7-DD4C-74A0-2D68-B71A8ECA8445}"/>
              </a:ext>
            </a:extLst>
          </p:cNvPr>
          <p:cNvPicPr>
            <a:picLocks noChangeAspect="1"/>
          </p:cNvPicPr>
          <p:nvPr userDrawn="1"/>
        </p:nvPicPr>
        <p:blipFill>
          <a:blip r:embed="rId9"/>
          <a:srcRect l="11245" t="11067" r="11955" b="11067"/>
          <a:stretch>
            <a:fillRect/>
          </a:stretch>
        </p:blipFill>
        <p:spPr>
          <a:xfrm>
            <a:off x="8756587" y="5353892"/>
            <a:ext cx="184801" cy="187368"/>
          </a:xfrm>
          <a:prstGeom prst="roundRect">
            <a:avLst>
              <a:gd name="adj" fmla="val 18770"/>
            </a:avLst>
          </a:prstGeom>
        </p:spPr>
      </p:pic>
      <p:pic>
        <p:nvPicPr>
          <p:cNvPr id="10" name="Picture 9" descr="Website - Free web icons">
            <a:extLst>
              <a:ext uri="{FF2B5EF4-FFF2-40B4-BE49-F238E27FC236}">
                <a16:creationId xmlns:a16="http://schemas.microsoft.com/office/drawing/2014/main" id="{2A984760-D481-2F3B-8818-5A11592F296E}"/>
              </a:ext>
            </a:extLst>
          </p:cNvPr>
          <p:cNvPicPr>
            <a:picLocks noChangeAspect="1"/>
          </p:cNvPicPr>
          <p:nvPr userDrawn="1"/>
        </p:nvPicPr>
        <p:blipFill>
          <a:blip r:embed="rId10"/>
          <a:stretch>
            <a:fillRect/>
          </a:stretch>
        </p:blipFill>
        <p:spPr>
          <a:xfrm>
            <a:off x="8739068" y="4664454"/>
            <a:ext cx="218665" cy="218665"/>
          </a:xfrm>
          <a:prstGeom prst="rect">
            <a:avLst/>
          </a:prstGeom>
        </p:spPr>
      </p:pic>
      <p:pic>
        <p:nvPicPr>
          <p:cNvPr id="11" name="Picture 10" descr="File:X icon.svg - Wikimedia Commons">
            <a:extLst>
              <a:ext uri="{FF2B5EF4-FFF2-40B4-BE49-F238E27FC236}">
                <a16:creationId xmlns:a16="http://schemas.microsoft.com/office/drawing/2014/main" id="{786E8E88-AA37-E300-8278-7A04F6116236}"/>
              </a:ext>
            </a:extLst>
          </p:cNvPr>
          <p:cNvPicPr>
            <a:picLocks noChangeAspect="1"/>
          </p:cNvPicPr>
          <p:nvPr userDrawn="1"/>
        </p:nvPicPr>
        <p:blipFill>
          <a:blip r:embed="rId11"/>
          <a:stretch>
            <a:fillRect/>
          </a:stretch>
        </p:blipFill>
        <p:spPr>
          <a:xfrm>
            <a:off x="8746067" y="5669649"/>
            <a:ext cx="199055" cy="199055"/>
          </a:xfrm>
          <a:prstGeom prst="rect">
            <a:avLst/>
          </a:prstGeom>
        </p:spPr>
      </p:pic>
    </p:spTree>
    <p:extLst>
      <p:ext uri="{BB962C8B-B14F-4D97-AF65-F5344CB8AC3E}">
        <p14:creationId xmlns:p14="http://schemas.microsoft.com/office/powerpoint/2010/main" val="1645800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inal Slide - Black">
    <p:bg>
      <p:bgPr>
        <a:solidFill>
          <a:schemeClr val="tx1"/>
        </a:solidFill>
        <a:effectLst/>
      </p:bgPr>
    </p:bg>
    <p:spTree>
      <p:nvGrpSpPr>
        <p:cNvPr id="1" name="Shape 186"/>
        <p:cNvGrpSpPr/>
        <p:nvPr/>
      </p:nvGrpSpPr>
      <p:grpSpPr>
        <a:xfrm>
          <a:off x="0" y="0"/>
          <a:ext cx="0" cy="0"/>
          <a:chOff x="0" y="0"/>
          <a:chExt cx="0" cy="0"/>
        </a:xfrm>
      </p:grpSpPr>
      <p:sp>
        <p:nvSpPr>
          <p:cNvPr id="7" name="TextBox 6"/>
          <p:cNvSpPr txBox="1"/>
          <p:nvPr/>
        </p:nvSpPr>
        <p:spPr>
          <a:xfrm>
            <a:off x="11455676" y="6503590"/>
            <a:ext cx="361950" cy="118494"/>
          </a:xfrm>
          <a:prstGeom prst="rect">
            <a:avLst/>
          </a:prstGeom>
          <a:noFill/>
          <a:ln>
            <a:noFill/>
          </a:ln>
        </p:spPr>
        <p:txBody>
          <a:bodyPr wrap="square" lIns="0" tIns="0" rIns="0" bIns="0" rtlCol="0" anchor="b">
            <a:noAutofit/>
          </a:bodyPr>
          <a:lstStyle/>
          <a:p>
            <a:pPr algn="r">
              <a:lnSpc>
                <a:spcPct val="110000"/>
              </a:lnSpc>
              <a:spcBef>
                <a:spcPts val="200"/>
              </a:spcBef>
              <a:spcAft>
                <a:spcPts val="200"/>
              </a:spcAft>
            </a:pPr>
            <a:fld id="{D1FE7051-C049-4E6F-B90E-DEDE110316C9}" type="slidenum">
              <a:rPr lang="en-US" sz="700" smtClean="0">
                <a:solidFill>
                  <a:srgbClr val="898989"/>
                </a:solidFill>
              </a:rPr>
              <a:pPr algn="r">
                <a:lnSpc>
                  <a:spcPct val="110000"/>
                </a:lnSpc>
                <a:spcBef>
                  <a:spcPts val="200"/>
                </a:spcBef>
                <a:spcAft>
                  <a:spcPts val="200"/>
                </a:spcAft>
              </a:pPr>
              <a:t>‹#›</a:t>
            </a:fld>
            <a:endParaRPr lang="en-US" sz="700">
              <a:solidFill>
                <a:srgbClr val="898989"/>
              </a:solidFill>
            </a:endParaRPr>
          </a:p>
        </p:txBody>
      </p:sp>
      <p:sp>
        <p:nvSpPr>
          <p:cNvPr id="6" name="Text Placeholder 2">
            <a:extLst>
              <a:ext uri="{FF2B5EF4-FFF2-40B4-BE49-F238E27FC236}">
                <a16:creationId xmlns:a16="http://schemas.microsoft.com/office/drawing/2014/main" id="{9D535178-0C9A-2F44-8057-64ED548EEC7C}"/>
              </a:ext>
            </a:extLst>
          </p:cNvPr>
          <p:cNvSpPr>
            <a:spLocks noGrp="1"/>
          </p:cNvSpPr>
          <p:nvPr>
            <p:ph type="body" sz="quarter" idx="17" hasCustomPrompt="1"/>
          </p:nvPr>
        </p:nvSpPr>
        <p:spPr>
          <a:xfrm>
            <a:off x="609600" y="1576678"/>
            <a:ext cx="10972800" cy="822960"/>
          </a:xfrm>
          <a:prstGeom prst="rect">
            <a:avLst/>
          </a:prstGeom>
        </p:spPr>
        <p:txBody>
          <a:bodyPr vert="horz" lIns="0" tIns="0" rIns="0" bIns="0" rtlCol="0" anchor="b" anchorCtr="0">
            <a:noAutofit/>
          </a:bodyPr>
          <a:lstStyle>
            <a:lvl1pPr>
              <a:defRPr lang="en-US" sz="6000" b="1" spc="-200" baseline="0" dirty="0">
                <a:gradFill flip="none" rotWithShape="1">
                  <a:gsLst>
                    <a:gs pos="70000">
                      <a:srgbClr val="7E18BE"/>
                    </a:gs>
                    <a:gs pos="0">
                      <a:srgbClr val="0084FF"/>
                    </a:gs>
                    <a:gs pos="100000">
                      <a:srgbClr val="FF5E86"/>
                    </a:gs>
                  </a:gsLst>
                  <a:lin ang="0" scaled="1"/>
                  <a:tileRect/>
                </a:gradFill>
                <a:latin typeface="Arial" panose="020B0604020202020204" pitchFamily="34" charset="0"/>
                <a:ea typeface="Tahoma" panose="020B0604030504040204" pitchFamily="34" charset="0"/>
              </a:defRPr>
            </a:lvl1pPr>
          </a:lstStyle>
          <a:p>
            <a:pPr marL="0" lvl="0">
              <a:lnSpc>
                <a:spcPct val="100000"/>
              </a:lnSpc>
              <a:spcBef>
                <a:spcPts val="0"/>
              </a:spcBef>
              <a:spcAft>
                <a:spcPts val="800"/>
              </a:spcAft>
              <a:buClr>
                <a:srgbClr val="FFFFFF"/>
              </a:buClr>
              <a:buSzPct val="100000"/>
            </a:pPr>
            <a:r>
              <a:rPr lang="en-US"/>
              <a:t>Thank You</a:t>
            </a:r>
          </a:p>
        </p:txBody>
      </p:sp>
      <p:sp>
        <p:nvSpPr>
          <p:cNvPr id="8" name="Rectangle 7"/>
          <p:cNvSpPr/>
          <p:nvPr/>
        </p:nvSpPr>
        <p:spPr>
          <a:xfrm>
            <a:off x="609600" y="6514362"/>
            <a:ext cx="1110882" cy="107722"/>
          </a:xfrm>
          <a:prstGeom prst="rect">
            <a:avLst/>
          </a:prstGeom>
        </p:spPr>
        <p:txBody>
          <a:bodyPr wrap="none" lIns="0" tIns="0" rIns="0" bIns="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pitchFamily="34" charset="0"/>
                <a:cs typeface="Arial" panose="020B0604020202020204" pitchFamily="34" charset="0"/>
              </a:rPr>
              <a:t>Proprietary and Confidential</a:t>
            </a:r>
          </a:p>
        </p:txBody>
      </p:sp>
      <p:sp>
        <p:nvSpPr>
          <p:cNvPr id="2" name="Text Placeholder 4">
            <a:extLst>
              <a:ext uri="{FF2B5EF4-FFF2-40B4-BE49-F238E27FC236}">
                <a16:creationId xmlns:a16="http://schemas.microsoft.com/office/drawing/2014/main" id="{BD4C0092-F7F0-5342-87F2-01D44BC7018D}"/>
              </a:ext>
            </a:extLst>
          </p:cNvPr>
          <p:cNvSpPr>
            <a:spLocks noGrp="1"/>
          </p:cNvSpPr>
          <p:nvPr>
            <p:ph type="body" sz="quarter" idx="13"/>
          </p:nvPr>
        </p:nvSpPr>
        <p:spPr>
          <a:xfrm>
            <a:off x="609600" y="2755806"/>
            <a:ext cx="10972800" cy="1555097"/>
          </a:xfrm>
          <a:prstGeom prst="rect">
            <a:avLst/>
          </a:prstGeom>
        </p:spPr>
        <p:txBody>
          <a:bodyPr>
            <a:noAutofit/>
          </a:bodyPr>
          <a:lstStyle>
            <a:lvl1pPr marL="7937" indent="0">
              <a:lnSpc>
                <a:spcPct val="120000"/>
              </a:lnSpc>
              <a:spcBef>
                <a:spcPts val="0"/>
              </a:spcBef>
              <a:buClr>
                <a:schemeClr val="bg2"/>
              </a:buClr>
              <a:buFont typeface="Arial" panose="020B0604020202020204" pitchFamily="34" charset="0"/>
              <a:buNone/>
              <a:tabLst/>
              <a:defRPr sz="1400" b="0" i="0">
                <a:solidFill>
                  <a:schemeClr val="bg1"/>
                </a:solidFill>
                <a:latin typeface="Arial" panose="020B0604020202020204" pitchFamily="34" charset="0"/>
                <a:cs typeface="Arial" panose="020B0604020202020204" pitchFamily="34" charset="0"/>
              </a:defRPr>
            </a:lvl1pPr>
            <a:lvl2pPr>
              <a:buClr>
                <a:schemeClr val="bg1">
                  <a:lumMod val="75000"/>
                </a:schemeClr>
              </a:buClr>
              <a:defRPr b="0" i="0">
                <a:latin typeface="Arial" panose="020B0604020202020204" pitchFamily="34" charset="0"/>
                <a:cs typeface="Arial" panose="020B0604020202020204" pitchFamily="34" charset="0"/>
              </a:defRPr>
            </a:lvl2pPr>
            <a:lvl3pPr>
              <a:buClr>
                <a:schemeClr val="bg1">
                  <a:lumMod val="75000"/>
                </a:schemeClr>
              </a:buClr>
              <a:defRPr b="0" i="0">
                <a:latin typeface="Arial" panose="020B0604020202020204" pitchFamily="34" charset="0"/>
                <a:cs typeface="Arial" panose="020B0604020202020204" pitchFamily="34" charset="0"/>
              </a:defRPr>
            </a:lvl3pPr>
            <a:lvl4pPr>
              <a:buClr>
                <a:schemeClr val="bg1">
                  <a:lumMod val="75000"/>
                </a:schemeClr>
              </a:buClr>
              <a:defRPr b="0" i="0">
                <a:latin typeface="Arial" panose="020B0604020202020204" pitchFamily="34" charset="0"/>
                <a:cs typeface="Arial" panose="020B0604020202020204" pitchFamily="34" charset="0"/>
              </a:defRPr>
            </a:lvl4pPr>
            <a:lvl5pPr>
              <a:buClr>
                <a:schemeClr val="bg1">
                  <a:lumMod val="75000"/>
                </a:schemeClr>
              </a:buClr>
              <a:defRPr b="0" i="0">
                <a:latin typeface="Arial" panose="020B0604020202020204" pitchFamily="34" charset="0"/>
                <a:cs typeface="Arial" panose="020B0604020202020204" pitchFamily="34" charset="0"/>
              </a:defRPr>
            </a:lvl5pPr>
          </a:lstStyle>
          <a:p>
            <a:pPr lvl="0"/>
            <a:r>
              <a:rPr lang="en-US"/>
              <a:t>Click to edit Master text styles</a:t>
            </a:r>
          </a:p>
        </p:txBody>
      </p:sp>
      <p:pic>
        <p:nvPicPr>
          <p:cNvPr id="4" name="Picture 3">
            <a:extLst>
              <a:ext uri="{FF2B5EF4-FFF2-40B4-BE49-F238E27FC236}">
                <a16:creationId xmlns:a16="http://schemas.microsoft.com/office/drawing/2014/main" id="{101F921E-1ACF-8082-C243-157B41C5D742}"/>
              </a:ext>
            </a:extLst>
          </p:cNvPr>
          <p:cNvPicPr>
            <a:picLocks noChangeAspect="1"/>
          </p:cNvPicPr>
          <p:nvPr/>
        </p:nvPicPr>
        <p:blipFill>
          <a:blip r:embed="rId2" cstate="screen">
            <a:duotone>
              <a:schemeClr val="bg2">
                <a:shade val="45000"/>
                <a:satMod val="135000"/>
              </a:schemeClr>
              <a:prstClr val="white"/>
            </a:duotone>
            <a:alphaModFix amt="4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
        <p:nvSpPr>
          <p:cNvPr id="5" name="Rectangle 4">
            <a:extLst>
              <a:ext uri="{FF2B5EF4-FFF2-40B4-BE49-F238E27FC236}">
                <a16:creationId xmlns:a16="http://schemas.microsoft.com/office/drawing/2014/main" id="{54790109-C748-0CDA-8478-EFF7F8330807}"/>
              </a:ext>
            </a:extLst>
          </p:cNvPr>
          <p:cNvSpPr/>
          <p:nvPr/>
        </p:nvSpPr>
        <p:spPr>
          <a:xfrm>
            <a:off x="609600" y="4636593"/>
            <a:ext cx="7326385" cy="1552080"/>
          </a:xfrm>
          <a:prstGeom prst="rect">
            <a:avLst/>
          </a:prstGeom>
        </p:spPr>
        <p:txBody>
          <a:bodyPr wrap="square" lIns="0" tIns="0" rIns="0" bIns="0" anchor="t">
            <a:noAutofit/>
          </a:bodyPr>
          <a:lstStyle/>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1" i="0" u="none" strike="noStrike" kern="1200" cap="none" spc="0" normalizeH="0" baseline="0" noProof="0">
                <a:ln>
                  <a:noFill/>
                </a:ln>
                <a:solidFill>
                  <a:srgbClr val="7F7F7F"/>
                </a:solidFill>
                <a:effectLst/>
                <a:uLnTx/>
                <a:uFillTx/>
                <a:latin typeface="Arial"/>
                <a:ea typeface="+mn-ea"/>
                <a:cs typeface="Arial"/>
              </a:rPr>
              <a:t>Disclaimer: </a:t>
            </a:r>
            <a:r>
              <a:rPr kumimoji="0" lang="en-GB" sz="900" b="0" i="0" u="none" strike="noStrike" kern="1200" cap="none" spc="0" normalizeH="0" baseline="0" noProof="0">
                <a:ln>
                  <a:noFill/>
                </a:ln>
                <a:solidFill>
                  <a:srgbClr val="7F7F7F"/>
                </a:solidFill>
                <a:effectLst/>
                <a:uLnTx/>
                <a:uFillTx/>
                <a:latin typeface="Arial"/>
                <a:ea typeface="+mn-ea"/>
                <a:cs typeface="Arial"/>
              </a:rPr>
              <a:t>This document is for informational purposes only and is subject to change without notice. This document and its content herein are believed to be accurate as of its date of publication. However, Orion Systems Integrators, LLC (herein referred as Orion) makes no guarantee, representations or warranties with regard to the enclosed information and specifically disclaims the implied warranties of fitness for a particular purpose and merchantability. As each user of Orion services is likely to be unique in their requirements in the use of such software solutions and their business processes, users of this document are always advised to discuss the content of this document with their Orion representatives. </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Orion</a:t>
            </a:r>
            <a:r>
              <a:rPr kumimoji="0" lang="en-GB" sz="900" b="0" i="0" u="none" strike="noStrike" kern="1200" cap="none" spc="0" normalizeH="0" baseline="30000" noProof="0">
                <a:ln>
                  <a:noFill/>
                </a:ln>
                <a:solidFill>
                  <a:srgbClr val="7F7F7F"/>
                </a:solidFill>
                <a:effectLst/>
                <a:uLnTx/>
                <a:uFillTx/>
                <a:latin typeface="Arial"/>
                <a:ea typeface="+mn-ea"/>
                <a:cs typeface="Arial"/>
              </a:rPr>
              <a:t>SM</a:t>
            </a:r>
            <a:r>
              <a:rPr kumimoji="0" lang="en-GB" sz="900" b="0" i="0" u="none" strike="noStrike" kern="1200" cap="none" spc="0" normalizeH="0" baseline="0" noProof="0">
                <a:ln>
                  <a:noFill/>
                </a:ln>
                <a:solidFill>
                  <a:srgbClr val="7F7F7F"/>
                </a:solidFill>
                <a:effectLst/>
                <a:uLnTx/>
                <a:uFillTx/>
                <a:latin typeface="Arial"/>
                <a:ea typeface="+mn-ea"/>
                <a:cs typeface="Arial"/>
              </a:rPr>
              <a:t>,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OI Orion Innovation</a:t>
            </a:r>
            <a:r>
              <a:rPr kumimoji="0" lang="en-GB" sz="900" b="0" i="0" u="none" strike="noStrike" kern="1200" cap="none" spc="0" normalizeH="0" baseline="30000" noProof="0">
                <a:ln>
                  <a:noFill/>
                </a:ln>
                <a:solidFill>
                  <a:srgbClr val="7F7F7F"/>
                </a:solidFill>
                <a:effectLst/>
                <a:uLnTx/>
                <a:uFillTx/>
                <a:latin typeface="Arial"/>
                <a:ea typeface="+mn-ea"/>
                <a:cs typeface="Arial"/>
              </a:rPr>
              <a:t>®</a:t>
            </a:r>
            <a:r>
              <a:rPr kumimoji="0" lang="en-GB" sz="900" b="0" i="0" u="none" strike="noStrike" kern="1200" cap="none" spc="0" normalizeH="0" baseline="0" noProof="0">
                <a:ln>
                  <a:noFill/>
                </a:ln>
                <a:solidFill>
                  <a:srgbClr val="7F7F7F"/>
                </a:solidFill>
                <a:effectLst/>
                <a:uLnTx/>
                <a:uFillTx/>
                <a:latin typeface="Arial"/>
                <a:ea typeface="+mn-ea"/>
                <a:cs typeface="Arial"/>
              </a:rPr>
              <a:t> logo, and the O</a:t>
            </a:r>
            <a:r>
              <a:rPr kumimoji="0" lang="en-GB" sz="900" b="1" i="0" u="none" strike="noStrike" kern="1200" cap="none" spc="0" normalizeH="0" baseline="0" noProof="0">
                <a:ln>
                  <a:noFill/>
                </a:ln>
                <a:solidFill>
                  <a:srgbClr val="7F7F7F"/>
                </a:solidFill>
                <a:effectLst/>
                <a:uLnTx/>
                <a:uFillTx/>
                <a:latin typeface="Arial"/>
                <a:ea typeface="+mn-ea"/>
                <a:cs typeface="Arial"/>
              </a:rPr>
              <a:t>/</a:t>
            </a:r>
            <a:r>
              <a:rPr kumimoji="0" lang="en-GB" sz="900" b="0" i="0" u="none" strike="noStrike" kern="1200" cap="none" spc="0" normalizeH="0" baseline="30000" noProof="0">
                <a:ln>
                  <a:noFill/>
                </a:ln>
                <a:solidFill>
                  <a:srgbClr val="7F7F7F"/>
                </a:solidFill>
                <a:effectLst/>
                <a:uLnTx/>
                <a:uFillTx/>
                <a:latin typeface="Arial"/>
                <a:ea typeface="+mn-ea"/>
                <a:cs typeface="Arial"/>
              </a:rPr>
              <a:t>SM </a:t>
            </a:r>
            <a:r>
              <a:rPr kumimoji="0" lang="en-GB" sz="900" b="0" i="0" u="none" strike="noStrike" kern="1200" cap="none" spc="0" normalizeH="0" baseline="0" noProof="0">
                <a:ln>
                  <a:noFill/>
                </a:ln>
                <a:solidFill>
                  <a:srgbClr val="7F7F7F"/>
                </a:solidFill>
                <a:effectLst/>
                <a:uLnTx/>
                <a:uFillTx/>
                <a:latin typeface="Arial"/>
                <a:ea typeface="+mn-ea"/>
                <a:cs typeface="Arial"/>
              </a:rPr>
              <a:t>logo are trademarks and/or service marks owned by Orion Systems Integrators, LLC. Certain of Orion’s trademarks and/or service marks are registered or the subject of U.S. or foreign applications. All other logos, trademarks, and service marks are the property of their respective owners and are used with permission.</a:t>
            </a:r>
          </a:p>
          <a:p>
            <a:pPr marL="8255" marR="0" lvl="0" indent="0" algn="l" defTabSz="914400" rtl="0" eaLnBrk="1" fontAlgn="auto" latinLnBrk="0" hangingPunct="1">
              <a:lnSpc>
                <a:spcPct val="100000"/>
              </a:lnSpc>
              <a:spcBef>
                <a:spcPts val="0"/>
              </a:spcBef>
              <a:spcAft>
                <a:spcPts val="800"/>
              </a:spcAft>
              <a:buClrTx/>
              <a:buSzTx/>
              <a:buFontTx/>
              <a:buNone/>
              <a:tabLst/>
              <a:defRPr/>
            </a:pPr>
            <a:r>
              <a:rPr kumimoji="0" lang="en-GB" sz="900" b="0" i="0" u="none" strike="noStrike" kern="1200" cap="none" spc="0" normalizeH="0" baseline="0" noProof="0">
                <a:ln>
                  <a:noFill/>
                </a:ln>
                <a:solidFill>
                  <a:srgbClr val="7F7F7F"/>
                </a:solidFill>
                <a:effectLst/>
                <a:uLnTx/>
                <a:uFillTx/>
                <a:latin typeface="Arial"/>
                <a:ea typeface="+mn-ea"/>
                <a:cs typeface="Arial"/>
              </a:rPr>
              <a:t>Copyright © 2026 Orion Systems Integrators, LLC. All Rights Reserved.</a:t>
            </a:r>
          </a:p>
        </p:txBody>
      </p:sp>
      <p:pic>
        <p:nvPicPr>
          <p:cNvPr id="9" name="Graphic 8">
            <a:extLst>
              <a:ext uri="{FF2B5EF4-FFF2-40B4-BE49-F238E27FC236}">
                <a16:creationId xmlns:a16="http://schemas.microsoft.com/office/drawing/2014/main" id="{765811EA-F4FC-C283-7A0E-71CF0F9F620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0080" y="640080"/>
            <a:ext cx="1805981" cy="394749"/>
          </a:xfrm>
          <a:prstGeom prst="rect">
            <a:avLst/>
          </a:prstGeom>
        </p:spPr>
      </p:pic>
      <p:sp>
        <p:nvSpPr>
          <p:cNvPr id="19" name="TextBox 18">
            <a:extLst>
              <a:ext uri="{FF2B5EF4-FFF2-40B4-BE49-F238E27FC236}">
                <a16:creationId xmlns:a16="http://schemas.microsoft.com/office/drawing/2014/main" id="{7F5E76D2-F382-0592-682D-F58FCBC6BA5D}"/>
              </a:ext>
            </a:extLst>
          </p:cNvPr>
          <p:cNvSpPr txBox="1"/>
          <p:nvPr/>
        </p:nvSpPr>
        <p:spPr>
          <a:xfrm>
            <a:off x="8926692" y="4623358"/>
            <a:ext cx="2796879" cy="1323439"/>
          </a:xfrm>
          <a:prstGeom prst="rect">
            <a:avLst/>
          </a:prstGeom>
          <a:noFill/>
        </p:spPr>
        <p:txBody>
          <a:bodyPr wrap="square" lIns="91440" tIns="45720" rIns="91440" bIns="45720" rtlCol="0" anchor="t">
            <a:spAutoFit/>
          </a:bodyPr>
          <a:lstStyle/>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4">
                  <a:extLst>
                    <a:ext uri="{A12FA001-AC4F-418D-AE19-62706E023703}">
                      <ahyp:hlinkClr xmlns:ahyp="http://schemas.microsoft.com/office/drawing/2018/hyperlinkcolor" val="tx"/>
                    </a:ext>
                  </a:extLst>
                </a:hlinkClick>
              </a:rPr>
              <a:t>www.orioninnovation.com</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5">
                  <a:extLst>
                    <a:ext uri="{A12FA001-AC4F-418D-AE19-62706E023703}">
                      <ahyp:hlinkClr xmlns:ahyp="http://schemas.microsoft.com/office/drawing/2018/hyperlinkcolor" val="tx"/>
                    </a:ext>
                  </a:extLst>
                </a:hlinkClick>
              </a:rPr>
              <a:t>linkedin.com/company/orioninnovation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6">
                  <a:extLst>
                    <a:ext uri="{A12FA001-AC4F-418D-AE19-62706E023703}">
                      <ahyp:hlinkClr xmlns:ahyp="http://schemas.microsoft.com/office/drawing/2018/hyperlinkcolor" val="tx"/>
                    </a:ext>
                  </a:extLst>
                </a:hlinkClick>
              </a:rPr>
              <a:t>www.instagram.com/orion.innovation</a:t>
            </a:r>
            <a:endParaRPr kumimoji="0" lang="en-GB" sz="1200" b="0" i="0" u="none" strike="noStrike" kern="1200" cap="none" spc="0" normalizeH="0" baseline="0" noProof="0">
              <a:ln>
                <a:noFill/>
              </a:ln>
              <a:solidFill>
                <a:schemeClr val="bg1"/>
              </a:solidFill>
              <a:effectLst/>
              <a:uLnTx/>
              <a:uFillTx/>
              <a:latin typeface="Arial"/>
              <a:ea typeface="+mn-ea"/>
              <a:cs typeface="Arial"/>
            </a:endParaRPr>
          </a:p>
          <a:p>
            <a:pPr marL="0" marR="0" lvl="0" indent="0" algn="l" defTabSz="685800" rtl="0" eaLnBrk="1" fontAlgn="auto" latinLnBrk="0" hangingPunct="1">
              <a:lnSpc>
                <a:spcPct val="100000"/>
              </a:lnSpc>
              <a:spcBef>
                <a:spcPts val="600"/>
              </a:spcBef>
              <a:spcAft>
                <a:spcPts val="600"/>
              </a:spcAft>
              <a:buClrTx/>
              <a:buSzTx/>
              <a:buFontTx/>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hlinkClick r:id="rId7">
                  <a:extLst>
                    <a:ext uri="{A12FA001-AC4F-418D-AE19-62706E023703}">
                      <ahyp:hlinkClr xmlns:ahyp="http://schemas.microsoft.com/office/drawing/2018/hyperlinkcolor" val="tx"/>
                    </a:ext>
                  </a:extLst>
                </a:hlinkClick>
              </a:rPr>
              <a:t>x.com/CurrentlyOrion</a:t>
            </a:r>
            <a:endParaRPr kumimoji="0" lang="en-GB" sz="1200" b="0" i="0" u="none" strike="noStrike" kern="0" cap="none" spc="0" normalizeH="0" baseline="0" noProof="0">
              <a:ln>
                <a:noFill/>
              </a:ln>
              <a:solidFill>
                <a:schemeClr val="bg1"/>
              </a:solidFill>
              <a:effectLst/>
              <a:uLnTx/>
              <a:uFillTx/>
              <a:latin typeface="Arial"/>
              <a:ea typeface="+mn-ea"/>
              <a:cs typeface="Arial"/>
            </a:endParaRPr>
          </a:p>
        </p:txBody>
      </p:sp>
      <p:pic>
        <p:nvPicPr>
          <p:cNvPr id="23" name="Picture 22" descr="Website - Free web icons">
            <a:extLst>
              <a:ext uri="{FF2B5EF4-FFF2-40B4-BE49-F238E27FC236}">
                <a16:creationId xmlns:a16="http://schemas.microsoft.com/office/drawing/2014/main" id="{85DF9A9A-C543-35B7-2ED8-38EFD74BA7F3}"/>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8738298" y="4664454"/>
            <a:ext cx="218665" cy="218665"/>
          </a:xfrm>
          <a:prstGeom prst="rect">
            <a:avLst/>
          </a:prstGeom>
        </p:spPr>
      </p:pic>
      <p:pic>
        <p:nvPicPr>
          <p:cNvPr id="24" name="Picture 23" descr="Linkedin - Free social media icons">
            <a:extLst>
              <a:ext uri="{FF2B5EF4-FFF2-40B4-BE49-F238E27FC236}">
                <a16:creationId xmlns:a16="http://schemas.microsoft.com/office/drawing/2014/main" id="{24F6F54C-527F-C0A6-28CD-314A2DB89878}"/>
              </a:ext>
            </a:extLst>
          </p:cNvPr>
          <p:cNvPicPr>
            <a:picLocks noChangeAspect="1"/>
          </p:cNvPicPr>
          <p:nvPr userDrawn="1"/>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8749162" y="5005792"/>
            <a:ext cx="196936" cy="196936"/>
          </a:xfrm>
          <a:prstGeom prst="rect">
            <a:avLst/>
          </a:prstGeom>
        </p:spPr>
      </p:pic>
      <p:pic>
        <p:nvPicPr>
          <p:cNvPr id="25" name="Picture 24" descr="File:CIS-A2K Instagram Icon (Black).svg - Wikimedia Commons">
            <a:extLst>
              <a:ext uri="{FF2B5EF4-FFF2-40B4-BE49-F238E27FC236}">
                <a16:creationId xmlns:a16="http://schemas.microsoft.com/office/drawing/2014/main" id="{F380B0D0-4207-59F4-E678-A11C01D791D8}"/>
              </a:ext>
            </a:extLst>
          </p:cNvPr>
          <p:cNvPicPr>
            <a:picLocks noChangeAspect="1"/>
          </p:cNvPicPr>
          <p:nvPr userDrawn="1"/>
        </p:nvPicPr>
        <p:blipFill>
          <a:blip r:embed="rId12"/>
          <a:stretch>
            <a:fillRect/>
          </a:stretch>
        </p:blipFill>
        <p:spPr>
          <a:xfrm>
            <a:off x="8701083" y="5299211"/>
            <a:ext cx="293095" cy="293095"/>
          </a:xfrm>
          <a:prstGeom prst="rect">
            <a:avLst/>
          </a:prstGeom>
        </p:spPr>
      </p:pic>
      <p:pic>
        <p:nvPicPr>
          <p:cNvPr id="27" name="Picture 26" descr="Twitter x logo Images - Free Download on Freepik">
            <a:extLst>
              <a:ext uri="{FF2B5EF4-FFF2-40B4-BE49-F238E27FC236}">
                <a16:creationId xmlns:a16="http://schemas.microsoft.com/office/drawing/2014/main" id="{FBF43D94-D6E7-9636-C843-CE31B068483E}"/>
              </a:ext>
            </a:extLst>
          </p:cNvPr>
          <p:cNvPicPr>
            <a:picLocks noChangeAspect="1"/>
          </p:cNvPicPr>
          <p:nvPr userDrawn="1"/>
        </p:nvPicPr>
        <p:blipFill>
          <a:blip r:embed="rId13"/>
          <a:srcRect l="17325" t="17471" r="17848" b="17556"/>
          <a:stretch>
            <a:fillRect/>
          </a:stretch>
        </p:blipFill>
        <p:spPr>
          <a:xfrm>
            <a:off x="8759682" y="5686874"/>
            <a:ext cx="175897" cy="176294"/>
          </a:xfrm>
          <a:prstGeom prst="ellipse">
            <a:avLst/>
          </a:prstGeom>
          <a:ln w="3175">
            <a:solidFill>
              <a:schemeClr val="bg2"/>
            </a:solidFill>
          </a:ln>
        </p:spPr>
      </p:pic>
    </p:spTree>
    <p:extLst>
      <p:ext uri="{BB962C8B-B14F-4D97-AF65-F5344CB8AC3E}">
        <p14:creationId xmlns:p14="http://schemas.microsoft.com/office/powerpoint/2010/main" val="1281831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1F5A975-01B0-1E45-A56B-C68FA2410A50}"/>
              </a:ext>
            </a:extLst>
          </p:cNvPr>
          <p:cNvSpPr>
            <a:spLocks noGrp="1"/>
          </p:cNvSpPr>
          <p:nvPr>
            <p:ph type="ftr" sz="quarter" idx="3"/>
          </p:nvPr>
        </p:nvSpPr>
        <p:spPr>
          <a:xfrm>
            <a:off x="609600" y="6413499"/>
            <a:ext cx="4114800" cy="208585"/>
          </a:xfrm>
          <a:prstGeom prst="rect">
            <a:avLst/>
          </a:prstGeom>
        </p:spPr>
        <p:txBody>
          <a:bodyPr vert="horz" lIns="0" tIns="0" rIns="0" bIns="0" rtlCol="0" anchor="b">
            <a:noAutofit/>
          </a:bodyPr>
          <a:lstStyle>
            <a:lvl1pPr algn="l">
              <a:defRPr sz="700" b="0" i="0">
                <a:solidFill>
                  <a:schemeClr val="tx1">
                    <a:tint val="75000"/>
                  </a:schemeClr>
                </a:solidFill>
                <a:latin typeface="Arial" panose="020B0604020202020204" pitchFamily="34" charset="0"/>
                <a:cs typeface="Arial" panose="020B0604020202020204" pitchFamily="34" charset="0"/>
              </a:defRPr>
            </a:lvl1pPr>
          </a:lstStyle>
          <a:p>
            <a:r>
              <a:rPr lang="en-US"/>
              <a:t>Proprietary and Confidential</a:t>
            </a:r>
          </a:p>
        </p:txBody>
      </p:sp>
      <p:sp>
        <p:nvSpPr>
          <p:cNvPr id="5" name="Title Placeholder 4">
            <a:extLst>
              <a:ext uri="{FF2B5EF4-FFF2-40B4-BE49-F238E27FC236}">
                <a16:creationId xmlns:a16="http://schemas.microsoft.com/office/drawing/2014/main" id="{748A1652-E12D-BB40-863C-B183DCEF34DC}"/>
              </a:ext>
            </a:extLst>
          </p:cNvPr>
          <p:cNvSpPr>
            <a:spLocks noGrp="1"/>
          </p:cNvSpPr>
          <p:nvPr>
            <p:ph type="title"/>
          </p:nvPr>
        </p:nvSpPr>
        <p:spPr>
          <a:xfrm>
            <a:off x="609599" y="460376"/>
            <a:ext cx="10972799" cy="312265"/>
          </a:xfrm>
          <a:prstGeom prst="rect">
            <a:avLst/>
          </a:prstGeom>
        </p:spPr>
        <p:txBody>
          <a:bodyPr vert="horz" lIns="0" tIns="0" rIns="0" bIns="0" rtlCol="0" anchor="t">
            <a:spAutoFit/>
          </a:bodyPr>
          <a:lstStyle/>
          <a:p>
            <a:pPr marL="0" lvl="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pPr>
            <a:r>
              <a:rPr lang="en-US"/>
              <a:t>CLICK TO EDIT MASTER TITLE STYLE</a:t>
            </a:r>
          </a:p>
        </p:txBody>
      </p:sp>
      <p:pic>
        <p:nvPicPr>
          <p:cNvPr id="7" name="Picture 6">
            <a:extLst>
              <a:ext uri="{FF2B5EF4-FFF2-40B4-BE49-F238E27FC236}">
                <a16:creationId xmlns:a16="http://schemas.microsoft.com/office/drawing/2014/main" id="{B79AC6D6-695B-DE90-0E74-45050645A13D}"/>
              </a:ext>
            </a:extLst>
          </p:cNvPr>
          <p:cNvPicPr>
            <a:picLocks noChangeAspect="1"/>
          </p:cNvPicPr>
          <p:nvPr userDrawn="1"/>
        </p:nvPicPr>
        <p:blipFill>
          <a:blip r:embed="rId16" cstate="screen">
            <a:alphaModFix amt="40000"/>
            <a:lum bright="70000" contrast="-70000"/>
            <a:extLst>
              <a:ext uri="{28A0092B-C50C-407E-A947-70E740481C1C}">
                <a14:useLocalDpi xmlns:a14="http://schemas.microsoft.com/office/drawing/2010/main"/>
              </a:ext>
            </a:extLst>
          </a:blip>
          <a:stretch>
            <a:fillRect/>
          </a:stretch>
        </p:blipFill>
        <p:spPr>
          <a:xfrm>
            <a:off x="11589025" y="253961"/>
            <a:ext cx="328735" cy="206415"/>
          </a:xfrm>
          <a:prstGeom prst="rect">
            <a:avLst/>
          </a:prstGeom>
        </p:spPr>
      </p:pic>
    </p:spTree>
    <p:extLst>
      <p:ext uri="{BB962C8B-B14F-4D97-AF65-F5344CB8AC3E}">
        <p14:creationId xmlns:p14="http://schemas.microsoft.com/office/powerpoint/2010/main" val="4115792623"/>
      </p:ext>
    </p:extLst>
  </p:cSld>
  <p:clrMap bg1="lt1" tx1="dk1" bg2="lt2" tx2="dk2" accent1="accent1" accent2="accent2" accent3="accent3" accent4="accent4" accent5="accent5" accent6="accent6" hlink="hlink" folHlink="folHlink"/>
  <p:sldLayoutIdLst>
    <p:sldLayoutId id="2147483665" r:id="rId1"/>
    <p:sldLayoutId id="2147483733" r:id="rId2"/>
    <p:sldLayoutId id="2147483666" r:id="rId3"/>
    <p:sldLayoutId id="2147483667" r:id="rId4"/>
    <p:sldLayoutId id="2147483668" r:id="rId5"/>
    <p:sldLayoutId id="2147483669" r:id="rId6"/>
    <p:sldLayoutId id="2147483672" r:id="rId7"/>
    <p:sldLayoutId id="2147483673" r:id="rId8"/>
    <p:sldLayoutId id="2147483674" r:id="rId9"/>
    <p:sldLayoutId id="2147483787" r:id="rId10"/>
    <p:sldLayoutId id="2147483675" r:id="rId11"/>
    <p:sldLayoutId id="2147483786" r:id="rId12"/>
    <p:sldLayoutId id="2147483691" r:id="rId13"/>
    <p:sldLayoutId id="2147483785" r:id="rId14"/>
  </p:sldLayoutIdLst>
  <p:hf hdr="0" dt="0"/>
  <p:txStyles>
    <p:titleStyle>
      <a:lvl1pPr algn="l" defTabSz="1219170" rtl="0" eaLnBrk="1" latinLnBrk="0" hangingPunct="1">
        <a:lnSpc>
          <a:spcPct val="90000"/>
        </a:lnSpc>
        <a:spcBef>
          <a:spcPct val="0"/>
        </a:spcBef>
        <a:buNone/>
        <a:defRPr lang="en-US" sz="2000" b="1" i="0" kern="1200" spc="0" baseline="0" dirty="0">
          <a:gradFill flip="none" rotWithShape="1">
            <a:gsLst>
              <a:gs pos="51000">
                <a:srgbClr val="7E18BE"/>
              </a:gs>
              <a:gs pos="0">
                <a:srgbClr val="0084FF"/>
              </a:gs>
              <a:gs pos="97000">
                <a:srgbClr val="FF5E86"/>
              </a:gs>
            </a:gsLst>
            <a:lin ang="0" scaled="1"/>
            <a:tileRect/>
          </a:gradFill>
          <a:latin typeface="Arial" panose="020B0604020202020204" pitchFamily="34" charset="0"/>
          <a:ea typeface="EB Garamond" pitchFamily="2" charset="0"/>
          <a:cs typeface="Arial" panose="020B0604020202020204" pitchFamily="34" charset="0"/>
        </a:defRPr>
      </a:lvl1pPr>
    </p:titleStyle>
    <p:bodyStyle>
      <a:lvl1pPr marL="18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1pPr>
      <a:lvl2pPr marL="2322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2pPr>
      <a:lvl3pPr marL="462600" indent="0" algn="l" defTabSz="1219170" rtl="0" eaLnBrk="1" latinLnBrk="0" hangingPunct="1">
        <a:lnSpc>
          <a:spcPct val="110000"/>
        </a:lnSpc>
        <a:spcBef>
          <a:spcPts val="400"/>
        </a:spcBef>
        <a:spcAft>
          <a:spcPts val="400"/>
        </a:spcAft>
        <a:buClr>
          <a:schemeClr val="bg2"/>
        </a:buClr>
        <a:buFont typeface="Courier New" panose="02070309020205020404" pitchFamily="49" charset="0"/>
        <a:buNone/>
        <a:tabLst/>
        <a:defRPr sz="2400" b="0" i="0" kern="1200">
          <a:solidFill>
            <a:schemeClr val="tx1"/>
          </a:solidFill>
          <a:latin typeface="+mj-lt"/>
          <a:ea typeface="+mn-ea"/>
          <a:cs typeface="Arial" panose="020B0604020202020204" pitchFamily="34" charset="0"/>
        </a:defRPr>
      </a:lvl3pPr>
      <a:lvl4pPr marL="6930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4pPr>
      <a:lvl5pPr marL="923400" indent="0" algn="l" defTabSz="1219170" rtl="0" eaLnBrk="1" latinLnBrk="0" hangingPunct="1">
        <a:lnSpc>
          <a:spcPct val="110000"/>
        </a:lnSpc>
        <a:spcBef>
          <a:spcPts val="400"/>
        </a:spcBef>
        <a:spcAft>
          <a:spcPts val="400"/>
        </a:spcAft>
        <a:buClr>
          <a:schemeClr val="bg2"/>
        </a:buClr>
        <a:buFont typeface="Arial" panose="020B0604020202020204" pitchFamily="34" charset="0"/>
        <a:buNone/>
        <a:tabLst/>
        <a:defRPr sz="2400" b="0" i="0" kern="1200">
          <a:solidFill>
            <a:schemeClr val="tx1"/>
          </a:solidFill>
          <a:latin typeface="+mj-lt"/>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FFFFF"/>
          </p15:clr>
        </p15:guide>
        <p15:guide id="2" pos="7536">
          <p15:clr>
            <a:srgbClr val="FFFFFF"/>
          </p15:clr>
        </p15:guide>
        <p15:guide id="3" orient="horz" pos="4176">
          <p15:clr>
            <a:srgbClr val="547EBF"/>
          </p15:clr>
        </p15:guide>
        <p15:guide id="4" pos="144">
          <p15:clr>
            <a:srgbClr val="FFFFFF"/>
          </p15:clr>
        </p15:guide>
        <p15:guide id="5" pos="288">
          <p15:clr>
            <a:srgbClr val="5ACBF0"/>
          </p15:clr>
        </p15:guide>
        <p15:guide id="6" orient="horz" pos="4032">
          <p15:clr>
            <a:srgbClr val="5ACBF0"/>
          </p15:clr>
        </p15:guide>
        <p15:guide id="7" orient="horz" pos="290">
          <p15:clr>
            <a:srgbClr val="5ACBF0"/>
          </p15:clr>
        </p15:guide>
        <p15:guide id="9" pos="1464">
          <p15:clr>
            <a:srgbClr val="F26B43"/>
          </p15:clr>
        </p15:guide>
        <p15:guide id="10" pos="840">
          <p15:clr>
            <a:srgbClr val="F26B43"/>
          </p15:clr>
        </p15:guide>
        <p15:guide id="11" pos="2063">
          <p15:clr>
            <a:srgbClr val="F26B43"/>
          </p15:clr>
        </p15:guide>
        <p15:guide id="12" pos="2651">
          <p15:clr>
            <a:srgbClr val="F26B43"/>
          </p15:clr>
        </p15:guide>
        <p15:guide id="13" pos="3250">
          <p15:clr>
            <a:srgbClr val="F26B43"/>
          </p15:clr>
        </p15:guide>
        <p15:guide id="14" pos="3835">
          <p15:clr>
            <a:srgbClr val="F26B43"/>
          </p15:clr>
        </p15:guide>
        <p15:guide id="15" pos="4432">
          <p15:clr>
            <a:srgbClr val="F26B43"/>
          </p15:clr>
        </p15:guide>
        <p15:guide id="16" pos="5022">
          <p15:clr>
            <a:srgbClr val="F26B43"/>
          </p15:clr>
        </p15:guide>
        <p15:guide id="17" pos="5620">
          <p15:clr>
            <a:srgbClr val="F26B43"/>
          </p15:clr>
        </p15:guide>
        <p15:guide id="18" pos="6207">
          <p15:clr>
            <a:srgbClr val="F26B43"/>
          </p15:clr>
        </p15:guide>
        <p15:guide id="19" pos="6802">
          <p15:clr>
            <a:srgbClr val="F26B43"/>
          </p15:clr>
        </p15:guide>
        <p15:guide id="20" orient="horz" pos="756">
          <p15:clr>
            <a:srgbClr val="5ACBF0"/>
          </p15:clr>
        </p15:guide>
        <p15:guide id="21" orient="horz" pos="1225">
          <p15:clr>
            <a:srgbClr val="5ACBF0"/>
          </p15:clr>
        </p15:guide>
        <p15:guide id="22" orient="horz" pos="1692">
          <p15:clr>
            <a:srgbClr val="5ACBF0"/>
          </p15:clr>
        </p15:guide>
        <p15:guide id="23" orient="horz" pos="2157">
          <p15:clr>
            <a:srgbClr val="5ACBF0"/>
          </p15:clr>
        </p15:guide>
        <p15:guide id="24" orient="horz" pos="2629">
          <p15:clr>
            <a:srgbClr val="5ACBF0"/>
          </p15:clr>
        </p15:guide>
        <p15:guide id="25" orient="horz" pos="3096">
          <p15:clr>
            <a:srgbClr val="5ACBF0"/>
          </p15:clr>
        </p15:guide>
        <p15:guide id="26" orient="horz" pos="3570">
          <p15:clr>
            <a:srgbClr val="5ACBF0"/>
          </p15:clr>
        </p15:guide>
        <p15:guide id="29" pos="7392">
          <p15:clr>
            <a:srgbClr val="5ACBF0"/>
          </p15:clr>
        </p15:guide>
        <p15:guide id="30" pos="7440">
          <p15:clr>
            <a:srgbClr val="5ACBF0"/>
          </p15:clr>
        </p15:guide>
        <p15:guide id="31" pos="240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mailto:info@orioninc.com"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mailto:info@orioninc.com" TargetMode="Externa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2D7DEC-57EC-8BB6-B061-36B22D56DA76}"/>
              </a:ext>
            </a:extLst>
          </p:cNvPr>
          <p:cNvSpPr txBox="1"/>
          <p:nvPr/>
        </p:nvSpPr>
        <p:spPr>
          <a:xfrm>
            <a:off x="2852057" y="1254485"/>
            <a:ext cx="6059763" cy="3634576"/>
          </a:xfrm>
          <a:prstGeom prst="rect">
            <a:avLst/>
          </a:prstGeom>
          <a:noFill/>
          <a:ln>
            <a:noFill/>
          </a:ln>
        </p:spPr>
        <p:txBody>
          <a:bodyPr rot="0" spcFirstLastPara="0" vertOverflow="overflow" horzOverflow="overflow" vert="horz" wrap="square" lIns="36000" tIns="36000" rIns="36000" bIns="36000" numCol="1" spcCol="0" rtlCol="0" fromWordArt="0" anchor="t" anchorCtr="0" forceAA="0" compatLnSpc="1">
            <a:prstTxWarp prst="textNoShape">
              <a:avLst/>
            </a:prstTxWarp>
            <a:spAutoFit/>
          </a:bodyPr>
          <a:lstStyle/>
          <a:p>
            <a:pPr>
              <a:lnSpc>
                <a:spcPct val="110000"/>
              </a:lnSpc>
              <a:spcBef>
                <a:spcPts val="400"/>
              </a:spcBef>
              <a:spcAft>
                <a:spcPts val="400"/>
              </a:spcAft>
              <a:buClr>
                <a:schemeClr val="bg2"/>
              </a:buClr>
            </a:pPr>
            <a:r>
              <a:rPr lang="en-US" sz="7200" b="1">
                <a:solidFill>
                  <a:srgbClr val="FF0000"/>
                </a:solidFill>
                <a:cs typeface="Arial" panose="020B0604020202020204"/>
              </a:rPr>
              <a:t>MAKE A COPY AND DOWNLOAD</a:t>
            </a:r>
            <a:endParaRPr lang="en-US" sz="7200" b="1">
              <a:solidFill>
                <a:srgbClr val="000000"/>
              </a:solidFill>
              <a:cs typeface="Arial" panose="020B0604020202020204"/>
            </a:endParaRPr>
          </a:p>
        </p:txBody>
      </p:sp>
    </p:spTree>
    <p:extLst>
      <p:ext uri="{BB962C8B-B14F-4D97-AF65-F5344CB8AC3E}">
        <p14:creationId xmlns:p14="http://schemas.microsoft.com/office/powerpoint/2010/main" val="2607779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52A6E-21FB-E835-4A33-FAC0D250D0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6A5381-BD78-522D-0D44-00EC9FDB83A9}"/>
              </a:ext>
            </a:extLst>
          </p:cNvPr>
          <p:cNvSpPr>
            <a:spLocks noGrp="1"/>
          </p:cNvSpPr>
          <p:nvPr>
            <p:ph type="ctrTitle"/>
          </p:nvPr>
        </p:nvSpPr>
        <p:spPr/>
        <p:txBody>
          <a:bodyPr/>
          <a:lstStyle/>
          <a:p>
            <a:r>
              <a:rPr lang="en-US" err="1">
                <a:latin typeface="Arial"/>
                <a:ea typeface="Tahoma"/>
                <a:cs typeface="Arial"/>
              </a:rPr>
              <a:t>Title</a:t>
            </a:r>
            <a:endParaRPr lang="en-US" err="1"/>
          </a:p>
        </p:txBody>
      </p:sp>
      <p:sp>
        <p:nvSpPr>
          <p:cNvPr id="5" name="Text Placeholder 4">
            <a:extLst>
              <a:ext uri="{FF2B5EF4-FFF2-40B4-BE49-F238E27FC236}">
                <a16:creationId xmlns:a16="http://schemas.microsoft.com/office/drawing/2014/main" id="{624E47B6-3863-BA87-38A3-132F4AA3805C}"/>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63495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BD79D2-7877-EFEF-D1AC-84E206462062}"/>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2336700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952BC9-7C67-C965-8E74-28639AD0C357}"/>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1968608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A358-7564-D678-966E-CADA37055095}"/>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73EA33C9-DA66-06A0-A2F3-2DB2316BE9D2}"/>
              </a:ext>
            </a:extLst>
          </p:cNvPr>
          <p:cNvSpPr txBox="1"/>
          <p:nvPr/>
        </p:nvSpPr>
        <p:spPr>
          <a:xfrm>
            <a:off x="609599" y="1454707"/>
            <a:ext cx="10972799" cy="312265"/>
          </a:xfrm>
          <a:prstGeom prst="rect">
            <a:avLst/>
          </a:prstGeom>
          <a:noFill/>
          <a:ln>
            <a:noFill/>
          </a:ln>
        </p:spPr>
        <p:txBody>
          <a:bodyPr wrap="square" lIns="0" tIns="0" rIns="0" bIns="0" rtlCol="0">
            <a:spAutoFit/>
          </a:bodyPr>
          <a:lstStyle/>
          <a:p>
            <a:pPr marL="623888" indent="-320675">
              <a:lnSpc>
                <a:spcPct val="110000"/>
              </a:lnSpc>
              <a:spcBef>
                <a:spcPts val="400"/>
              </a:spcBef>
              <a:spcAft>
                <a:spcPts val="400"/>
              </a:spcAft>
              <a:buClr>
                <a:schemeClr val="bg2"/>
              </a:buClr>
              <a:buFont typeface="System Font Regular"/>
              <a:buChar char="‒"/>
            </a:pPr>
            <a:r>
              <a:rPr lang="en-US" sz="2000" b="1"/>
              <a:t>Text</a:t>
            </a:r>
          </a:p>
        </p:txBody>
      </p:sp>
      <p:sp>
        <p:nvSpPr>
          <p:cNvPr id="6" name="TextBox 5">
            <a:extLst>
              <a:ext uri="{FF2B5EF4-FFF2-40B4-BE49-F238E27FC236}">
                <a16:creationId xmlns:a16="http://schemas.microsoft.com/office/drawing/2014/main" id="{CC1281F8-F565-8C8C-EF6C-4CF6A9BE946F}"/>
              </a:ext>
            </a:extLst>
          </p:cNvPr>
          <p:cNvSpPr txBox="1"/>
          <p:nvPr/>
        </p:nvSpPr>
        <p:spPr>
          <a:xfrm>
            <a:off x="609599" y="3288480"/>
            <a:ext cx="10972799" cy="374718"/>
          </a:xfrm>
          <a:prstGeom prst="rect">
            <a:avLst/>
          </a:prstGeom>
          <a:noFill/>
          <a:ln>
            <a:noFill/>
          </a:ln>
        </p:spPr>
        <p:txBody>
          <a:bodyPr wrap="squar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sz="2400" b="1"/>
              <a:t>Bullet Levels</a:t>
            </a:r>
          </a:p>
        </p:txBody>
      </p:sp>
      <p:sp>
        <p:nvSpPr>
          <p:cNvPr id="7" name="TextBox 6">
            <a:extLst>
              <a:ext uri="{FF2B5EF4-FFF2-40B4-BE49-F238E27FC236}">
                <a16:creationId xmlns:a16="http://schemas.microsoft.com/office/drawing/2014/main" id="{8A0FC0E7-FCF3-B344-F8DD-94AF08479B39}"/>
              </a:ext>
            </a:extLst>
          </p:cNvPr>
          <p:cNvSpPr txBox="1"/>
          <p:nvPr/>
        </p:nvSpPr>
        <p:spPr>
          <a:xfrm>
            <a:off x="609599" y="3784249"/>
            <a:ext cx="10972799" cy="1129476"/>
          </a:xfrm>
          <a:prstGeom prst="rect">
            <a:avLst/>
          </a:prstGeom>
          <a:noFill/>
          <a:ln>
            <a:noFill/>
          </a:ln>
        </p:spPr>
        <p:txBody>
          <a:bodyPr wrap="square" lIns="0" tIns="0" rIns="0" bIns="0" rtlCol="0">
            <a:spAutoFit/>
          </a:bodyPr>
          <a:lstStyle/>
          <a:p>
            <a:pPr marL="285750" indent="-285750" algn="l">
              <a:lnSpc>
                <a:spcPct val="110000"/>
              </a:lnSpc>
              <a:spcBef>
                <a:spcPts val="400"/>
              </a:spcBef>
              <a:spcAft>
                <a:spcPts val="400"/>
              </a:spcAft>
              <a:buClr>
                <a:schemeClr val="bg2"/>
              </a:buClr>
              <a:buFont typeface="Arial" panose="020B0604020202020204" pitchFamily="34" charset="0"/>
              <a:buChar char="•"/>
            </a:pPr>
            <a:r>
              <a:rPr lang="en-US"/>
              <a:t>First Level</a:t>
            </a:r>
          </a:p>
          <a:p>
            <a:pPr marL="623888" indent="-320675" algn="l">
              <a:lnSpc>
                <a:spcPct val="110000"/>
              </a:lnSpc>
              <a:spcBef>
                <a:spcPts val="400"/>
              </a:spcBef>
              <a:spcAft>
                <a:spcPts val="400"/>
              </a:spcAft>
              <a:buClr>
                <a:schemeClr val="bg2"/>
              </a:buClr>
              <a:buFont typeface="System Font Regular"/>
              <a:buChar char="‒"/>
            </a:pPr>
            <a:r>
              <a:rPr lang="en-US" sz="2000" b="1"/>
              <a:t>Second Level</a:t>
            </a:r>
          </a:p>
          <a:p>
            <a:pPr marL="938213" indent="-300038" algn="l">
              <a:lnSpc>
                <a:spcPct val="110000"/>
              </a:lnSpc>
              <a:spcBef>
                <a:spcPts val="400"/>
              </a:spcBef>
              <a:spcAft>
                <a:spcPts val="400"/>
              </a:spcAft>
              <a:buClr>
                <a:schemeClr val="bg2"/>
              </a:buClr>
              <a:buFont typeface="Courier New" panose="02070309020205020404" pitchFamily="49" charset="0"/>
              <a:buChar char="o"/>
            </a:pPr>
            <a:r>
              <a:rPr lang="en-US"/>
              <a:t>Third Level</a:t>
            </a:r>
          </a:p>
        </p:txBody>
      </p:sp>
      <p:sp>
        <p:nvSpPr>
          <p:cNvPr id="3" name="TextBox 2">
            <a:extLst>
              <a:ext uri="{FF2B5EF4-FFF2-40B4-BE49-F238E27FC236}">
                <a16:creationId xmlns:a16="http://schemas.microsoft.com/office/drawing/2014/main" id="{70DB637C-2D18-ACE6-801A-0E04004F70C9}"/>
              </a:ext>
            </a:extLst>
          </p:cNvPr>
          <p:cNvSpPr txBox="1"/>
          <p:nvPr/>
        </p:nvSpPr>
        <p:spPr>
          <a:xfrm>
            <a:off x="609599" y="5215932"/>
            <a:ext cx="10972799" cy="1095621"/>
          </a:xfrm>
          <a:prstGeom prst="rect">
            <a:avLst/>
          </a:prstGeom>
          <a:noFill/>
          <a:ln>
            <a:noFill/>
          </a:ln>
        </p:spPr>
        <p:txBody>
          <a:bodyPr wrap="square" lIns="0" tIns="0" rIns="0" bIns="0" rtlCol="0">
            <a:spAutoFit/>
          </a:bodyPr>
          <a:lstStyle/>
          <a:p>
            <a:pPr marL="285750" indent="-285750" algn="l">
              <a:lnSpc>
                <a:spcPct val="110000"/>
              </a:lnSpc>
              <a:spcBef>
                <a:spcPts val="400"/>
              </a:spcBef>
              <a:spcAft>
                <a:spcPts val="400"/>
              </a:spcAft>
              <a:buClr>
                <a:schemeClr val="bg2"/>
              </a:buClr>
              <a:buFont typeface="Arial" panose="020B0604020202020204" pitchFamily="34" charset="0"/>
              <a:buChar char="•"/>
            </a:pPr>
            <a:r>
              <a:rPr lang="en-US"/>
              <a:t>First Level</a:t>
            </a:r>
          </a:p>
          <a:p>
            <a:pPr marL="623888" indent="-320675" algn="l">
              <a:lnSpc>
                <a:spcPct val="110000"/>
              </a:lnSpc>
              <a:spcBef>
                <a:spcPts val="400"/>
              </a:spcBef>
              <a:spcAft>
                <a:spcPts val="400"/>
              </a:spcAft>
              <a:buClr>
                <a:schemeClr val="bg2"/>
              </a:buClr>
              <a:buFont typeface="System Font Regular"/>
              <a:buChar char="‒"/>
            </a:pPr>
            <a:r>
              <a:rPr lang="en-US"/>
              <a:t>Second Level</a:t>
            </a:r>
          </a:p>
          <a:p>
            <a:pPr marL="938213" indent="-300038" algn="l">
              <a:lnSpc>
                <a:spcPct val="110000"/>
              </a:lnSpc>
              <a:spcBef>
                <a:spcPts val="400"/>
              </a:spcBef>
              <a:spcAft>
                <a:spcPts val="400"/>
              </a:spcAft>
              <a:buClr>
                <a:schemeClr val="bg2"/>
              </a:buClr>
              <a:buFont typeface="Courier New" panose="02070309020205020404" pitchFamily="49" charset="0"/>
              <a:buChar char="o"/>
            </a:pPr>
            <a:r>
              <a:rPr lang="en-US"/>
              <a:t>Third Level</a:t>
            </a:r>
          </a:p>
        </p:txBody>
      </p:sp>
    </p:spTree>
    <p:extLst>
      <p:ext uri="{BB962C8B-B14F-4D97-AF65-F5344CB8AC3E}">
        <p14:creationId xmlns:p14="http://schemas.microsoft.com/office/powerpoint/2010/main" val="519077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3852DC8-D285-08EC-D212-827B9B935AA6}"/>
              </a:ext>
            </a:extLst>
          </p:cNvPr>
          <p:cNvSpPr>
            <a:spLocks noGrp="1"/>
          </p:cNvSpPr>
          <p:nvPr>
            <p:ph type="title"/>
          </p:nvPr>
        </p:nvSpPr>
        <p:spPr/>
        <p:txBody>
          <a:bodyPr/>
          <a:lstStyle/>
          <a:p>
            <a:endParaRPr lang="en-US"/>
          </a:p>
        </p:txBody>
      </p:sp>
      <p:sp>
        <p:nvSpPr>
          <p:cNvPr id="10" name="Text Placeholder 9">
            <a:extLst>
              <a:ext uri="{FF2B5EF4-FFF2-40B4-BE49-F238E27FC236}">
                <a16:creationId xmlns:a16="http://schemas.microsoft.com/office/drawing/2014/main" id="{09514EB5-57AE-5B22-39DC-2030F731288C}"/>
              </a:ext>
            </a:extLst>
          </p:cNvPr>
          <p:cNvSpPr>
            <a:spLocks noGrp="1"/>
          </p:cNvSpPr>
          <p:nvPr>
            <p:ph type="body" sz="quarter" idx="18"/>
          </p:nvPr>
        </p:nvSpPr>
        <p:spPr/>
        <p:txBody>
          <a:bodyPr/>
          <a:lstStyle/>
          <a:p>
            <a:endParaRPr lang="en-US"/>
          </a:p>
        </p:txBody>
      </p:sp>
      <p:sp>
        <p:nvSpPr>
          <p:cNvPr id="5" name="TextBox 4">
            <a:extLst>
              <a:ext uri="{FF2B5EF4-FFF2-40B4-BE49-F238E27FC236}">
                <a16:creationId xmlns:a16="http://schemas.microsoft.com/office/drawing/2014/main" id="{EED5E686-B5F2-80BE-6FB4-DCF830FAE20D}"/>
              </a:ext>
            </a:extLst>
          </p:cNvPr>
          <p:cNvSpPr txBox="1"/>
          <p:nvPr/>
        </p:nvSpPr>
        <p:spPr>
          <a:xfrm>
            <a:off x="609599" y="1663051"/>
            <a:ext cx="10972799" cy="281039"/>
          </a:xfrm>
          <a:prstGeom prst="rect">
            <a:avLst/>
          </a:prstGeom>
          <a:noFill/>
          <a:ln>
            <a:noFill/>
          </a:ln>
        </p:spPr>
        <p:txBody>
          <a:bodyPr wrap="squar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a:t>Text</a:t>
            </a:r>
          </a:p>
        </p:txBody>
      </p:sp>
    </p:spTree>
    <p:extLst>
      <p:ext uri="{BB962C8B-B14F-4D97-AF65-F5344CB8AC3E}">
        <p14:creationId xmlns:p14="http://schemas.microsoft.com/office/powerpoint/2010/main" val="476418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4C7F-F6E3-D596-C949-E95A5C24A77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F3ECAD5-76A5-42A2-9362-F507E34F3FC7}"/>
              </a:ext>
            </a:extLst>
          </p:cNvPr>
          <p:cNvSpPr>
            <a:spLocks noGrp="1"/>
          </p:cNvSpPr>
          <p:nvPr>
            <p:ph type="body" sz="quarter" idx="18"/>
          </p:nvPr>
        </p:nvSpPr>
        <p:spPr/>
        <p:txBody>
          <a:bodyPr/>
          <a:lstStyle/>
          <a:p>
            <a:endParaRPr lang="en-US"/>
          </a:p>
        </p:txBody>
      </p:sp>
      <p:sp>
        <p:nvSpPr>
          <p:cNvPr id="4" name="TextBox 3">
            <a:extLst>
              <a:ext uri="{FF2B5EF4-FFF2-40B4-BE49-F238E27FC236}">
                <a16:creationId xmlns:a16="http://schemas.microsoft.com/office/drawing/2014/main" id="{A73CC832-F9E2-BE82-C0CA-AE5963973972}"/>
              </a:ext>
            </a:extLst>
          </p:cNvPr>
          <p:cNvSpPr txBox="1"/>
          <p:nvPr/>
        </p:nvSpPr>
        <p:spPr>
          <a:xfrm>
            <a:off x="609599" y="2195486"/>
            <a:ext cx="10972799" cy="281039"/>
          </a:xfrm>
          <a:prstGeom prst="rect">
            <a:avLst/>
          </a:prstGeom>
          <a:noFill/>
          <a:ln>
            <a:noFill/>
          </a:ln>
        </p:spPr>
        <p:txBody>
          <a:bodyPr wrap="squar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a:t>Text</a:t>
            </a:r>
          </a:p>
        </p:txBody>
      </p:sp>
    </p:spTree>
    <p:extLst>
      <p:ext uri="{BB962C8B-B14F-4D97-AF65-F5344CB8AC3E}">
        <p14:creationId xmlns:p14="http://schemas.microsoft.com/office/powerpoint/2010/main" val="3959520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7E18A43-19C8-6AAD-ACBD-2686F6242554}"/>
              </a:ext>
            </a:extLst>
          </p:cNvPr>
          <p:cNvGraphicFramePr>
            <a:graphicFrameLocks noGrp="1"/>
          </p:cNvGraphicFramePr>
          <p:nvPr>
            <p:extLst>
              <p:ext uri="{D42A27DB-BD31-4B8C-83A1-F6EECF244321}">
                <p14:modId xmlns:p14="http://schemas.microsoft.com/office/powerpoint/2010/main" val="2104075621"/>
              </p:ext>
            </p:extLst>
          </p:nvPr>
        </p:nvGraphicFramePr>
        <p:xfrm>
          <a:off x="609598" y="1092821"/>
          <a:ext cx="10972800" cy="5163015"/>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693694607"/>
                    </a:ext>
                  </a:extLst>
                </a:gridCol>
                <a:gridCol w="1828800">
                  <a:extLst>
                    <a:ext uri="{9D8B030D-6E8A-4147-A177-3AD203B41FA5}">
                      <a16:colId xmlns:a16="http://schemas.microsoft.com/office/drawing/2014/main" val="2967780320"/>
                    </a:ext>
                  </a:extLst>
                </a:gridCol>
                <a:gridCol w="1828800">
                  <a:extLst>
                    <a:ext uri="{9D8B030D-6E8A-4147-A177-3AD203B41FA5}">
                      <a16:colId xmlns:a16="http://schemas.microsoft.com/office/drawing/2014/main" val="602751467"/>
                    </a:ext>
                  </a:extLst>
                </a:gridCol>
                <a:gridCol w="1828800">
                  <a:extLst>
                    <a:ext uri="{9D8B030D-6E8A-4147-A177-3AD203B41FA5}">
                      <a16:colId xmlns:a16="http://schemas.microsoft.com/office/drawing/2014/main" val="2218829309"/>
                    </a:ext>
                  </a:extLst>
                </a:gridCol>
                <a:gridCol w="1828800">
                  <a:extLst>
                    <a:ext uri="{9D8B030D-6E8A-4147-A177-3AD203B41FA5}">
                      <a16:colId xmlns:a16="http://schemas.microsoft.com/office/drawing/2014/main" val="10971374"/>
                    </a:ext>
                  </a:extLst>
                </a:gridCol>
                <a:gridCol w="1828800">
                  <a:extLst>
                    <a:ext uri="{9D8B030D-6E8A-4147-A177-3AD203B41FA5}">
                      <a16:colId xmlns:a16="http://schemas.microsoft.com/office/drawing/2014/main" val="1306574917"/>
                    </a:ext>
                  </a:extLst>
                </a:gridCol>
              </a:tblGrid>
              <a:tr h="397155">
                <a:tc>
                  <a:txBody>
                    <a:bodyPr/>
                    <a:lstStyle/>
                    <a:p>
                      <a:pPr algn="l" fontAlgn="b">
                        <a:buNone/>
                      </a:pPr>
                      <a:r>
                        <a:rPr lang="en-IN" sz="1200" b="1" u="none" strike="noStrike">
                          <a:solidFill>
                            <a:schemeClr val="bg1"/>
                          </a:solidFill>
                          <a:effectLst/>
                        </a:rPr>
                        <a:t>XXX</a:t>
                      </a:r>
                      <a:endParaRPr lang="en-IN" sz="1200" b="1" i="0" u="none" strike="noStrike">
                        <a:solidFill>
                          <a:schemeClr val="bg1"/>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solidFill>
                  </a:tcPr>
                </a:tc>
                <a:tc>
                  <a:txBody>
                    <a:bodyPr/>
                    <a:lstStyle/>
                    <a:p>
                      <a:pPr algn="l" fontAlgn="b">
                        <a:buNone/>
                      </a:pPr>
                      <a:r>
                        <a:rPr lang="en-IN" sz="1200" b="1" u="none" strike="noStrike">
                          <a:solidFill>
                            <a:schemeClr val="bg1"/>
                          </a:solidFill>
                          <a:effectLst/>
                        </a:rPr>
                        <a:t>XXX</a:t>
                      </a:r>
                      <a:endParaRPr lang="en-IN" sz="12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solidFill>
                  </a:tcPr>
                </a:tc>
                <a:tc>
                  <a:txBody>
                    <a:bodyPr/>
                    <a:lstStyle/>
                    <a:p>
                      <a:pPr algn="l" fontAlgn="b">
                        <a:buNone/>
                      </a:pPr>
                      <a:r>
                        <a:rPr lang="en-IN" sz="1200" b="1" u="none" strike="noStrike">
                          <a:solidFill>
                            <a:schemeClr val="bg1"/>
                          </a:solidFill>
                          <a:effectLst/>
                        </a:rPr>
                        <a:t>XXX</a:t>
                      </a:r>
                      <a:endParaRPr lang="en-IN" sz="12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solidFill>
                  </a:tcPr>
                </a:tc>
                <a:tc>
                  <a:txBody>
                    <a:bodyPr/>
                    <a:lstStyle/>
                    <a:p>
                      <a:pPr algn="l" fontAlgn="b">
                        <a:buNone/>
                      </a:pPr>
                      <a:r>
                        <a:rPr lang="en-IN" sz="1200" b="1" u="none" strike="noStrike">
                          <a:solidFill>
                            <a:schemeClr val="bg1"/>
                          </a:solidFill>
                          <a:effectLst/>
                        </a:rPr>
                        <a:t>XXX</a:t>
                      </a:r>
                      <a:endParaRPr lang="en-IN" sz="12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solidFill>
                  </a:tcPr>
                </a:tc>
                <a:tc>
                  <a:txBody>
                    <a:bodyPr/>
                    <a:lstStyle/>
                    <a:p>
                      <a:pPr algn="l" fontAlgn="b">
                        <a:buNone/>
                      </a:pPr>
                      <a:r>
                        <a:rPr lang="en-IN" sz="1200" b="1" u="none" strike="noStrike">
                          <a:solidFill>
                            <a:schemeClr val="bg1"/>
                          </a:solidFill>
                          <a:effectLst/>
                        </a:rPr>
                        <a:t>XXX</a:t>
                      </a:r>
                      <a:endParaRPr lang="en-IN" sz="12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solidFill>
                  </a:tcPr>
                </a:tc>
                <a:tc>
                  <a:txBody>
                    <a:bodyPr/>
                    <a:lstStyle/>
                    <a:p>
                      <a:pPr algn="l" fontAlgn="b">
                        <a:buNone/>
                      </a:pPr>
                      <a:r>
                        <a:rPr lang="en-IN" sz="1200" b="1" u="none" strike="noStrike">
                          <a:solidFill>
                            <a:schemeClr val="bg1"/>
                          </a:solidFill>
                          <a:effectLst/>
                        </a:rPr>
                        <a:t>XXX</a:t>
                      </a:r>
                      <a:endParaRPr lang="en-IN" sz="12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4181443266"/>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641457740"/>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359974785"/>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356293018"/>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932732691"/>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59839699"/>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136124417"/>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817421038"/>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642343057"/>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96790515"/>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18620201"/>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833706374"/>
                  </a:ext>
                </a:extLst>
              </a:tr>
              <a:tr h="397155">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16344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en-IN" sz="1200" u="none" strike="noStrike">
                          <a:effectLst/>
                        </a:rPr>
                        <a:t>…</a:t>
                      </a:r>
                      <a:endParaRPr lang="en-IN" sz="1200" b="0" i="0" u="none" strike="noStrike">
                        <a:solidFill>
                          <a:srgbClr val="000000"/>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16246568"/>
                  </a:ext>
                </a:extLst>
              </a:tr>
            </a:tbl>
          </a:graphicData>
        </a:graphic>
      </p:graphicFrame>
      <p:sp>
        <p:nvSpPr>
          <p:cNvPr id="7" name="Title 6">
            <a:extLst>
              <a:ext uri="{FF2B5EF4-FFF2-40B4-BE49-F238E27FC236}">
                <a16:creationId xmlns:a16="http://schemas.microsoft.com/office/drawing/2014/main" id="{0288BC46-E08B-D201-690B-12930D76AD9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7344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C00E9-1964-1DD7-81E7-4098F3650C7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763C9C4-D256-98EF-EFF4-B901D886546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12735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30BB7D-BC04-3346-FD77-08BA7AF59086}"/>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B3EB7486-9D53-B9BA-FFEC-49CF7C606EFE}"/>
              </a:ext>
            </a:extLst>
          </p:cNvPr>
          <p:cNvSpPr>
            <a:spLocks noGrp="1"/>
          </p:cNvSpPr>
          <p:nvPr>
            <p:ph type="body" sz="quarter" idx="17"/>
          </p:nvPr>
        </p:nvSpPr>
        <p:spPr/>
        <p:txBody>
          <a:bodyPr/>
          <a:lstStyle/>
          <a:p>
            <a:pPr marL="1587" indent="0">
              <a:buNone/>
            </a:pPr>
            <a:r>
              <a:rPr lang="en-US"/>
              <a:t>Thank You</a:t>
            </a:r>
          </a:p>
        </p:txBody>
      </p:sp>
      <p:sp>
        <p:nvSpPr>
          <p:cNvPr id="3" name="Text Placeholder 2">
            <a:extLst>
              <a:ext uri="{FF2B5EF4-FFF2-40B4-BE49-F238E27FC236}">
                <a16:creationId xmlns:a16="http://schemas.microsoft.com/office/drawing/2014/main" id="{BAEF0114-366E-9978-FE07-61EB7FEB7AE5}"/>
              </a:ext>
            </a:extLst>
          </p:cNvPr>
          <p:cNvSpPr>
            <a:spLocks noGrp="1"/>
          </p:cNvSpPr>
          <p:nvPr>
            <p:ph type="body" sz="quarter" idx="13"/>
          </p:nvPr>
        </p:nvSpPr>
        <p:spPr>
          <a:xfrm>
            <a:off x="609600" y="2755806"/>
            <a:ext cx="10972800" cy="1371466"/>
          </a:xfrm>
        </p:spPr>
        <p:txBody>
          <a:bodyPr vert="horz" lIns="0" tIns="0" rIns="0" bIns="0" rtlCol="0" anchor="t">
            <a:spAutoFit/>
          </a:bodyPr>
          <a:lstStyle/>
          <a:p>
            <a:pPr lvl="0"/>
            <a:r>
              <a:rPr lang="en-GB" b="1">
                <a:solidFill>
                  <a:schemeClr val="tx1"/>
                </a:solidFill>
              </a:rPr>
              <a:t>Global Headquarters</a:t>
            </a:r>
          </a:p>
          <a:p>
            <a:r>
              <a:rPr lang="en-GB">
                <a:solidFill>
                  <a:schemeClr val="tx1"/>
                </a:solidFill>
              </a:rPr>
              <a:t>33 S Wood Ave., 5th Floor</a:t>
            </a:r>
          </a:p>
          <a:p>
            <a:r>
              <a:rPr lang="en-GB">
                <a:solidFill>
                  <a:schemeClr val="tx1"/>
                </a:solidFill>
              </a:rPr>
              <a:t>Iselin, NJ 08830</a:t>
            </a:r>
            <a:br>
              <a:rPr lang="en-GB">
                <a:solidFill>
                  <a:schemeClr val="tx1"/>
                </a:solidFill>
              </a:rPr>
            </a:br>
            <a:r>
              <a:rPr lang="en-GB">
                <a:solidFill>
                  <a:schemeClr val="tx1"/>
                </a:solidFill>
              </a:rPr>
              <a:t>+1.877.456.9922</a:t>
            </a:r>
            <a:br>
              <a:rPr lang="en-GB">
                <a:solidFill>
                  <a:schemeClr val="tx1"/>
                </a:solidFill>
              </a:rPr>
            </a:br>
            <a:r>
              <a:rPr lang="en-GB">
                <a:solidFill>
                  <a:schemeClr val="tx1"/>
                </a:solidFill>
                <a:hlinkClick r:id="rId3">
                  <a:extLst>
                    <a:ext uri="{A12FA001-AC4F-418D-AE19-62706E023703}">
                      <ahyp:hlinkClr xmlns:ahyp="http://schemas.microsoft.com/office/drawing/2018/hyperlinkcolor" val="tx"/>
                    </a:ext>
                  </a:extLst>
                </a:hlinkClick>
              </a:rPr>
              <a:t>info@orioninc.com</a:t>
            </a:r>
            <a:endParaRPr lang="en-US">
              <a:solidFill>
                <a:schemeClr val="tx1"/>
              </a:solidFill>
            </a:endParaRPr>
          </a:p>
        </p:txBody>
      </p:sp>
      <p:sp>
        <p:nvSpPr>
          <p:cNvPr id="12" name="Text Placeholder 16">
            <a:extLst>
              <a:ext uri="{FF2B5EF4-FFF2-40B4-BE49-F238E27FC236}">
                <a16:creationId xmlns:a16="http://schemas.microsoft.com/office/drawing/2014/main" id="{FAD2B860-3FCF-0C86-34A9-969F6B973E15}"/>
              </a:ext>
            </a:extLst>
          </p:cNvPr>
          <p:cNvSpPr txBox="1">
            <a:spLocks/>
          </p:cNvSpPr>
          <p:nvPr/>
        </p:nvSpPr>
        <p:spPr>
          <a:xfrm>
            <a:off x="609600" y="2758797"/>
            <a:ext cx="2880925" cy="1552080"/>
          </a:xfrm>
          <a:prstGeom prst="rect">
            <a:avLst/>
          </a:prstGeom>
        </p:spPr>
        <p:txBody>
          <a:bodyPr vert="horz" lIns="0" tIns="0" rIns="0" bIns="0" rtlCol="0" anchor="t">
            <a:noAutofit/>
          </a:bodyPr>
          <a:lstStyle>
            <a:lvl1pPr marL="8467"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2000" b="0" i="0" kern="1200">
                <a:solidFill>
                  <a:schemeClr val="bg1"/>
                </a:solidFill>
                <a:latin typeface="Arial" panose="020B0604020202020204" pitchFamily="34" charset="0"/>
                <a:ea typeface="+mn-ea"/>
                <a:cs typeface="Arial" panose="020B0604020202020204" pitchFamily="34" charset="0"/>
              </a:defRPr>
            </a:lvl1pPr>
            <a:lvl2pPr marL="304792"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2400" b="0" i="0" kern="1200">
                <a:solidFill>
                  <a:schemeClr val="bg1"/>
                </a:solidFill>
                <a:latin typeface="Arial" panose="020B0604020202020204" pitchFamily="34" charset="0"/>
                <a:ea typeface="+mn-ea"/>
                <a:cs typeface="Arial" panose="020B0604020202020204" pitchFamily="34" charset="0"/>
              </a:defRPr>
            </a:lvl2pPr>
            <a:lvl3pPr marL="609585"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2000" b="0" i="0" kern="1200">
                <a:solidFill>
                  <a:schemeClr val="bg1"/>
                </a:solidFill>
                <a:latin typeface="Arial" panose="020B0604020202020204" pitchFamily="34" charset="0"/>
                <a:ea typeface="+mn-ea"/>
                <a:cs typeface="Arial" panose="020B0604020202020204" pitchFamily="34" charset="0"/>
              </a:defRPr>
            </a:lvl3pPr>
            <a:lvl4pPr marL="914377"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1867" b="0" i="0" kern="1200">
                <a:solidFill>
                  <a:schemeClr val="bg1"/>
                </a:solidFill>
                <a:latin typeface="Arial" panose="020B0604020202020204" pitchFamily="34" charset="0"/>
                <a:ea typeface="+mn-ea"/>
                <a:cs typeface="Arial" panose="020B0604020202020204" pitchFamily="34" charset="0"/>
              </a:defRPr>
            </a:lvl4pPr>
            <a:lvl5pPr marL="1219170"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1600" b="0" i="0" kern="1200">
                <a:solidFill>
                  <a:schemeClr val="bg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8255" marR="0" lvl="0" indent="0" algn="l" defTabSz="1219170" rtl="0" eaLnBrk="1" fontAlgn="auto" latinLnBrk="0" hangingPunct="1">
              <a:lnSpc>
                <a:spcPct val="110000"/>
              </a:lnSpc>
              <a:spcBef>
                <a:spcPts val="800"/>
              </a:spcBef>
              <a:spcAft>
                <a:spcPts val="400"/>
              </a:spcAft>
              <a:buClr>
                <a:srgbClr val="FFFFFF">
                  <a:lumMod val="75000"/>
                </a:srgbClr>
              </a:buClr>
              <a:buSzTx/>
              <a:buFont typeface="Arial" panose="020B0604020202020204" pitchFamily="34" charset="0"/>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68031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785EF-0DD0-8856-B0B9-1F7844979A9D}"/>
              </a:ext>
            </a:extLst>
          </p:cNvPr>
          <p:cNvSpPr>
            <a:spLocks noGrp="1"/>
          </p:cNvSpPr>
          <p:nvPr>
            <p:ph type="title"/>
          </p:nvPr>
        </p:nvSpPr>
        <p:spPr/>
        <p:txBody>
          <a:bodyPr/>
          <a:lstStyle/>
          <a:p>
            <a:r>
              <a:rPr lang="en-US" noProof="1"/>
              <a:t>Colour Palette as per Orion Guidelines</a:t>
            </a:r>
          </a:p>
        </p:txBody>
      </p:sp>
      <p:sp>
        <p:nvSpPr>
          <p:cNvPr id="4" name="Rectangle 3">
            <a:extLst>
              <a:ext uri="{FF2B5EF4-FFF2-40B4-BE49-F238E27FC236}">
                <a16:creationId xmlns:a16="http://schemas.microsoft.com/office/drawing/2014/main" id="{1FEC1A20-163B-923B-29E5-80CDC61C9C03}"/>
              </a:ext>
            </a:extLst>
          </p:cNvPr>
          <p:cNvSpPr/>
          <p:nvPr/>
        </p:nvSpPr>
        <p:spPr>
          <a:xfrm>
            <a:off x="667713" y="2249949"/>
            <a:ext cx="900000" cy="900000"/>
          </a:xfrm>
          <a:prstGeom prst="rect">
            <a:avLst/>
          </a:prstGeom>
          <a:solidFill>
            <a:schemeClr val="tx2"/>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0000" tIns="91440" rIns="91440" bIns="91440" numCol="1" spcCol="0" rtlCol="0" fromWordArt="0" anchor="ctr" anchorCtr="0" forceAA="0" compatLnSpc="1">
            <a:prstTxWarp prst="textNoShape">
              <a:avLst/>
            </a:prstTxWarp>
            <a:noAutofit/>
          </a:bodyPr>
          <a:lstStyle/>
          <a:p>
            <a:pPr algn="ctr">
              <a:lnSpc>
                <a:spcPct val="110000"/>
              </a:lnSpc>
            </a:pPr>
            <a:r>
              <a:rPr lang="en-US" sz="1400" b="1">
                <a:solidFill>
                  <a:schemeClr val="bg1"/>
                </a:solidFill>
                <a:effectLst/>
              </a:rPr>
              <a:t>R:</a:t>
            </a:r>
            <a:r>
              <a:rPr lang="en-US" sz="1400">
                <a:solidFill>
                  <a:schemeClr val="bg1"/>
                </a:solidFill>
                <a:effectLst/>
              </a:rPr>
              <a:t>2</a:t>
            </a:r>
          </a:p>
          <a:p>
            <a:pPr algn="ctr">
              <a:lnSpc>
                <a:spcPct val="110000"/>
              </a:lnSpc>
            </a:pPr>
            <a:r>
              <a:rPr lang="en-US" sz="1400" b="1">
                <a:solidFill>
                  <a:schemeClr val="bg1"/>
                </a:solidFill>
              </a:rPr>
              <a:t>G:</a:t>
            </a:r>
            <a:r>
              <a:rPr lang="en-US" sz="1400">
                <a:solidFill>
                  <a:schemeClr val="bg1"/>
                </a:solidFill>
              </a:rPr>
              <a:t>131</a:t>
            </a:r>
          </a:p>
          <a:p>
            <a:pPr algn="ctr">
              <a:lnSpc>
                <a:spcPct val="110000"/>
              </a:lnSpc>
            </a:pPr>
            <a:r>
              <a:rPr lang="en-US" sz="1400" b="1">
                <a:solidFill>
                  <a:schemeClr val="bg1"/>
                </a:solidFill>
                <a:effectLst/>
              </a:rPr>
              <a:t>B:</a:t>
            </a:r>
            <a:r>
              <a:rPr lang="en-US" sz="1400">
                <a:solidFill>
                  <a:schemeClr val="bg1"/>
                </a:solidFill>
                <a:effectLst/>
              </a:rPr>
              <a:t>255</a:t>
            </a:r>
          </a:p>
        </p:txBody>
      </p:sp>
      <p:sp>
        <p:nvSpPr>
          <p:cNvPr id="5" name="Rectangle 4">
            <a:extLst>
              <a:ext uri="{FF2B5EF4-FFF2-40B4-BE49-F238E27FC236}">
                <a16:creationId xmlns:a16="http://schemas.microsoft.com/office/drawing/2014/main" id="{7CFB1865-B075-EF69-311E-2C4C4E9097D6}"/>
              </a:ext>
            </a:extLst>
          </p:cNvPr>
          <p:cNvSpPr/>
          <p:nvPr/>
        </p:nvSpPr>
        <p:spPr>
          <a:xfrm>
            <a:off x="2097370" y="2249949"/>
            <a:ext cx="900000" cy="900000"/>
          </a:xfrm>
          <a:prstGeom prst="rect">
            <a:avLst/>
          </a:prstGeom>
          <a:solidFill>
            <a:schemeClr val="accent1"/>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a:t>
            </a:r>
            <a:r>
              <a:rPr kumimoji="0" lang="en-US" sz="1400" i="0" u="none" strike="noStrike" kern="1200" cap="none" spc="0" normalizeH="0" baseline="0" noProof="0">
                <a:ln>
                  <a:noFill/>
                </a:ln>
                <a:solidFill>
                  <a:srgbClr val="FFFFFF"/>
                </a:solidFill>
                <a:effectLst/>
                <a:uLnTx/>
                <a:uFillTx/>
                <a:latin typeface="Arial" panose="020B0604020202020204"/>
                <a:ea typeface="+mn-ea"/>
                <a:cs typeface="+mn-cs"/>
              </a:rPr>
              <a:t>42</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G:</a:t>
            </a:r>
            <a:r>
              <a:rPr kumimoji="0" lang="en-US" sz="1400" i="0" u="none" strike="noStrike" kern="1200" cap="none" spc="0" normalizeH="0" baseline="0" noProof="0">
                <a:ln>
                  <a:noFill/>
                </a:ln>
                <a:solidFill>
                  <a:srgbClr val="FFFFFF"/>
                </a:solidFill>
                <a:effectLst/>
                <a:uLnTx/>
                <a:uFillTx/>
                <a:latin typeface="Arial" panose="020B0604020202020204"/>
                <a:ea typeface="+mn-ea"/>
                <a:cs typeface="+mn-cs"/>
              </a:rPr>
              <a:t>204</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B:</a:t>
            </a:r>
            <a:r>
              <a:rPr kumimoji="0" lang="en-US" sz="1400" i="0" u="none" strike="noStrike" kern="1200" cap="none" spc="0" normalizeH="0" baseline="0" noProof="0">
                <a:ln>
                  <a:noFill/>
                </a:ln>
                <a:solidFill>
                  <a:srgbClr val="FFFFFF"/>
                </a:solidFill>
                <a:effectLst/>
                <a:uLnTx/>
                <a:uFillTx/>
                <a:latin typeface="Arial" panose="020B0604020202020204"/>
                <a:ea typeface="+mn-ea"/>
                <a:cs typeface="+mn-cs"/>
              </a:rPr>
              <a:t>255</a:t>
            </a:r>
          </a:p>
        </p:txBody>
      </p:sp>
      <p:sp>
        <p:nvSpPr>
          <p:cNvPr id="6" name="Rectangle 5">
            <a:extLst>
              <a:ext uri="{FF2B5EF4-FFF2-40B4-BE49-F238E27FC236}">
                <a16:creationId xmlns:a16="http://schemas.microsoft.com/office/drawing/2014/main" id="{09E75E7A-64A1-5DF0-C893-8EA6AA0C3D9D}"/>
              </a:ext>
            </a:extLst>
          </p:cNvPr>
          <p:cNvSpPr/>
          <p:nvPr/>
        </p:nvSpPr>
        <p:spPr>
          <a:xfrm>
            <a:off x="3527027" y="2249949"/>
            <a:ext cx="900000" cy="900000"/>
          </a:xfrm>
          <a:prstGeom prst="rect">
            <a:avLst/>
          </a:prstGeom>
          <a:solidFill>
            <a:schemeClr val="accent2"/>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solidFill>
                  <a:srgbClr val="FFFFFF"/>
                </a:solidFill>
              </a:rPr>
              <a:t>R:</a:t>
            </a:r>
            <a:r>
              <a:rPr lang="en-US" sz="1400">
                <a:solidFill>
                  <a:srgbClr val="FFFFFF"/>
                </a:solidFill>
              </a:rPr>
              <a:t>127</a:t>
            </a:r>
          </a:p>
          <a:p>
            <a:pPr lvl="0" algn="ctr">
              <a:lnSpc>
                <a:spcPct val="110000"/>
              </a:lnSpc>
              <a:defRPr/>
            </a:pPr>
            <a:r>
              <a:rPr lang="en-US" sz="1400" b="1">
                <a:solidFill>
                  <a:srgbClr val="FFFFFF"/>
                </a:solidFill>
              </a:rPr>
              <a:t>G:</a:t>
            </a:r>
            <a:r>
              <a:rPr lang="en-US" sz="1400">
                <a:solidFill>
                  <a:srgbClr val="FFFFFF"/>
                </a:solidFill>
              </a:rPr>
              <a:t>25</a:t>
            </a:r>
          </a:p>
          <a:p>
            <a:pPr lvl="0" algn="ctr">
              <a:lnSpc>
                <a:spcPct val="110000"/>
              </a:lnSpc>
              <a:defRPr/>
            </a:pPr>
            <a:r>
              <a:rPr lang="en-US" sz="1400" b="1">
                <a:solidFill>
                  <a:srgbClr val="FFFFFF"/>
                </a:solidFill>
              </a:rPr>
              <a:t>B:</a:t>
            </a:r>
            <a:r>
              <a:rPr lang="en-US" sz="1400">
                <a:solidFill>
                  <a:srgbClr val="FFFFFF"/>
                </a:solidFill>
              </a:rPr>
              <a:t>190</a:t>
            </a:r>
          </a:p>
        </p:txBody>
      </p:sp>
      <p:sp>
        <p:nvSpPr>
          <p:cNvPr id="7" name="Rectangle 6">
            <a:extLst>
              <a:ext uri="{FF2B5EF4-FFF2-40B4-BE49-F238E27FC236}">
                <a16:creationId xmlns:a16="http://schemas.microsoft.com/office/drawing/2014/main" id="{B10F72BA-1464-31B6-1A0B-1F3E01DB6168}"/>
              </a:ext>
            </a:extLst>
          </p:cNvPr>
          <p:cNvSpPr/>
          <p:nvPr/>
        </p:nvSpPr>
        <p:spPr>
          <a:xfrm>
            <a:off x="667713" y="4307350"/>
            <a:ext cx="900000" cy="900000"/>
          </a:xfrm>
          <a:prstGeom prst="rect">
            <a:avLst/>
          </a:prstGeom>
          <a:solidFill>
            <a:schemeClr val="accent3"/>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solidFill>
                  <a:srgbClr val="FFFFFF"/>
                </a:solidFill>
              </a:rPr>
              <a:t>R:</a:t>
            </a:r>
            <a:r>
              <a:rPr lang="en-US" sz="1400">
                <a:solidFill>
                  <a:srgbClr val="FFFFFF"/>
                </a:solidFill>
              </a:rPr>
              <a:t>254</a:t>
            </a:r>
          </a:p>
          <a:p>
            <a:pPr lvl="0" algn="ctr">
              <a:lnSpc>
                <a:spcPct val="110000"/>
              </a:lnSpc>
              <a:defRPr/>
            </a:pPr>
            <a:r>
              <a:rPr lang="en-US" sz="1400" b="1">
                <a:solidFill>
                  <a:srgbClr val="FFFFFF"/>
                </a:solidFill>
              </a:rPr>
              <a:t>G:</a:t>
            </a:r>
            <a:r>
              <a:rPr lang="en-US" sz="1400">
                <a:solidFill>
                  <a:srgbClr val="FFFFFF"/>
                </a:solidFill>
              </a:rPr>
              <a:t>37</a:t>
            </a:r>
          </a:p>
          <a:p>
            <a:pPr lvl="0" algn="ctr">
              <a:lnSpc>
                <a:spcPct val="110000"/>
              </a:lnSpc>
              <a:defRPr/>
            </a:pPr>
            <a:r>
              <a:rPr lang="en-US" sz="1400" b="1">
                <a:solidFill>
                  <a:srgbClr val="FFFFFF"/>
                </a:solidFill>
              </a:rPr>
              <a:t>B:</a:t>
            </a:r>
            <a:r>
              <a:rPr lang="en-US" sz="1400">
                <a:solidFill>
                  <a:srgbClr val="FFFFFF"/>
                </a:solidFill>
              </a:rPr>
              <a:t>121</a:t>
            </a:r>
          </a:p>
        </p:txBody>
      </p:sp>
      <p:sp>
        <p:nvSpPr>
          <p:cNvPr id="8" name="Rectangle 7">
            <a:extLst>
              <a:ext uri="{FF2B5EF4-FFF2-40B4-BE49-F238E27FC236}">
                <a16:creationId xmlns:a16="http://schemas.microsoft.com/office/drawing/2014/main" id="{6CC10CE7-6182-E1F9-9A50-BE18D921CF65}"/>
              </a:ext>
            </a:extLst>
          </p:cNvPr>
          <p:cNvSpPr/>
          <p:nvPr/>
        </p:nvSpPr>
        <p:spPr>
          <a:xfrm>
            <a:off x="4956684" y="2249949"/>
            <a:ext cx="900000" cy="900000"/>
          </a:xfrm>
          <a:prstGeom prst="rect">
            <a:avLst/>
          </a:prstGeom>
          <a:solidFill>
            <a:schemeClr val="accent4"/>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solidFill>
                  <a:srgbClr val="FFFFFF"/>
                </a:solidFill>
              </a:rPr>
              <a:t>R:</a:t>
            </a:r>
            <a:r>
              <a:rPr lang="en-US" sz="1400">
                <a:solidFill>
                  <a:srgbClr val="FFFFFF"/>
                </a:solidFill>
              </a:rPr>
              <a:t>83</a:t>
            </a:r>
          </a:p>
          <a:p>
            <a:pPr lvl="0" algn="ctr">
              <a:lnSpc>
                <a:spcPct val="110000"/>
              </a:lnSpc>
              <a:defRPr/>
            </a:pPr>
            <a:r>
              <a:rPr lang="en-US" sz="1400" b="1">
                <a:solidFill>
                  <a:srgbClr val="FFFFFF"/>
                </a:solidFill>
              </a:rPr>
              <a:t>G:</a:t>
            </a:r>
            <a:r>
              <a:rPr lang="en-US" sz="1400">
                <a:solidFill>
                  <a:srgbClr val="FFFFFF"/>
                </a:solidFill>
              </a:rPr>
              <a:t>0</a:t>
            </a:r>
          </a:p>
          <a:p>
            <a:pPr lvl="0" algn="ctr">
              <a:lnSpc>
                <a:spcPct val="110000"/>
              </a:lnSpc>
              <a:defRPr/>
            </a:pPr>
            <a:r>
              <a:rPr lang="en-US" sz="1400" b="1">
                <a:solidFill>
                  <a:srgbClr val="FFFFFF"/>
                </a:solidFill>
              </a:rPr>
              <a:t>B:</a:t>
            </a:r>
            <a:r>
              <a:rPr lang="en-US" sz="1400">
                <a:solidFill>
                  <a:srgbClr val="FFFFFF"/>
                </a:solidFill>
              </a:rPr>
              <a:t>219</a:t>
            </a:r>
          </a:p>
        </p:txBody>
      </p:sp>
      <p:sp>
        <p:nvSpPr>
          <p:cNvPr id="9" name="Rectangle 8">
            <a:extLst>
              <a:ext uri="{FF2B5EF4-FFF2-40B4-BE49-F238E27FC236}">
                <a16:creationId xmlns:a16="http://schemas.microsoft.com/office/drawing/2014/main" id="{5557C585-5F92-062A-3721-59517FDBA600}"/>
              </a:ext>
            </a:extLst>
          </p:cNvPr>
          <p:cNvSpPr/>
          <p:nvPr/>
        </p:nvSpPr>
        <p:spPr>
          <a:xfrm>
            <a:off x="2097370" y="4307350"/>
            <a:ext cx="900000" cy="900000"/>
          </a:xfrm>
          <a:prstGeom prst="rect">
            <a:avLst/>
          </a:prstGeom>
          <a:solidFill>
            <a:schemeClr val="accent5"/>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t>R:</a:t>
            </a:r>
            <a:r>
              <a:rPr lang="en-US" sz="1400"/>
              <a:t>254</a:t>
            </a:r>
          </a:p>
          <a:p>
            <a:pPr lvl="0" algn="ctr">
              <a:lnSpc>
                <a:spcPct val="110000"/>
              </a:lnSpc>
              <a:defRPr/>
            </a:pPr>
            <a:r>
              <a:rPr lang="en-US" sz="1400" b="1"/>
              <a:t>G:</a:t>
            </a:r>
            <a:r>
              <a:rPr lang="en-US" sz="1400"/>
              <a:t>208</a:t>
            </a:r>
          </a:p>
          <a:p>
            <a:pPr lvl="0" algn="ctr">
              <a:lnSpc>
                <a:spcPct val="110000"/>
              </a:lnSpc>
              <a:defRPr/>
            </a:pPr>
            <a:r>
              <a:rPr lang="en-US" sz="1400" b="1"/>
              <a:t>B:</a:t>
            </a:r>
            <a:r>
              <a:rPr lang="en-US" sz="1400"/>
              <a:t>56</a:t>
            </a:r>
          </a:p>
        </p:txBody>
      </p:sp>
      <p:sp>
        <p:nvSpPr>
          <p:cNvPr id="10" name="Rectangle 9">
            <a:extLst>
              <a:ext uri="{FF2B5EF4-FFF2-40B4-BE49-F238E27FC236}">
                <a16:creationId xmlns:a16="http://schemas.microsoft.com/office/drawing/2014/main" id="{9D4EC21E-7665-34FE-FCFD-6A90B4A77F6F}"/>
              </a:ext>
            </a:extLst>
          </p:cNvPr>
          <p:cNvSpPr/>
          <p:nvPr/>
        </p:nvSpPr>
        <p:spPr>
          <a:xfrm>
            <a:off x="3527027" y="4307350"/>
            <a:ext cx="900000" cy="900000"/>
          </a:xfrm>
          <a:prstGeom prst="rect">
            <a:avLst/>
          </a:prstGeom>
          <a:solidFill>
            <a:schemeClr val="accent6"/>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t>R:</a:t>
            </a:r>
            <a:r>
              <a:rPr lang="en-US" sz="1400"/>
              <a:t>72</a:t>
            </a:r>
          </a:p>
          <a:p>
            <a:pPr lvl="0" algn="ctr">
              <a:lnSpc>
                <a:spcPct val="110000"/>
              </a:lnSpc>
              <a:defRPr/>
            </a:pPr>
            <a:r>
              <a:rPr lang="en-US" sz="1400" b="1"/>
              <a:t>G:</a:t>
            </a:r>
            <a:r>
              <a:rPr lang="en-US" sz="1400"/>
              <a:t>232</a:t>
            </a:r>
          </a:p>
          <a:p>
            <a:pPr lvl="0" algn="ctr">
              <a:lnSpc>
                <a:spcPct val="110000"/>
              </a:lnSpc>
              <a:defRPr/>
            </a:pPr>
            <a:r>
              <a:rPr lang="en-US" sz="1400" b="1"/>
              <a:t>B:</a:t>
            </a:r>
            <a:r>
              <a:rPr lang="en-US" sz="1400"/>
              <a:t>74</a:t>
            </a:r>
          </a:p>
        </p:txBody>
      </p:sp>
      <p:sp>
        <p:nvSpPr>
          <p:cNvPr id="37" name="TextBox 36">
            <a:extLst>
              <a:ext uri="{FF2B5EF4-FFF2-40B4-BE49-F238E27FC236}">
                <a16:creationId xmlns:a16="http://schemas.microsoft.com/office/drawing/2014/main" id="{B253D4E5-8D15-5974-96C0-687126AC72C1}"/>
              </a:ext>
            </a:extLst>
          </p:cNvPr>
          <p:cNvSpPr txBox="1"/>
          <p:nvPr/>
        </p:nvSpPr>
        <p:spPr>
          <a:xfrm>
            <a:off x="667713" y="1650650"/>
            <a:ext cx="1147750" cy="374718"/>
          </a:xfrm>
          <a:prstGeom prst="rect">
            <a:avLst/>
          </a:prstGeom>
          <a:noFill/>
          <a:ln>
            <a:noFill/>
          </a:ln>
        </p:spPr>
        <p:txBody>
          <a:bodyPr wrap="non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sz="2400" b="1"/>
              <a:t>Primary</a:t>
            </a:r>
          </a:p>
        </p:txBody>
      </p:sp>
      <p:sp>
        <p:nvSpPr>
          <p:cNvPr id="38" name="TextBox 37">
            <a:extLst>
              <a:ext uri="{FF2B5EF4-FFF2-40B4-BE49-F238E27FC236}">
                <a16:creationId xmlns:a16="http://schemas.microsoft.com/office/drawing/2014/main" id="{F27FD66C-E3EB-8109-EBF2-8023346DEBE7}"/>
              </a:ext>
            </a:extLst>
          </p:cNvPr>
          <p:cNvSpPr txBox="1"/>
          <p:nvPr/>
        </p:nvSpPr>
        <p:spPr>
          <a:xfrm>
            <a:off x="667713" y="3743060"/>
            <a:ext cx="1574149" cy="374718"/>
          </a:xfrm>
          <a:prstGeom prst="rect">
            <a:avLst/>
          </a:prstGeom>
          <a:noFill/>
          <a:ln>
            <a:noFill/>
          </a:ln>
        </p:spPr>
        <p:txBody>
          <a:bodyPr wrap="none" lIns="0" tIns="0" rIns="0" bIns="0" rtlCol="0">
            <a:spAutoFit/>
          </a:bodyPr>
          <a:lstStyle/>
          <a:p>
            <a:pPr>
              <a:lnSpc>
                <a:spcPct val="110000"/>
              </a:lnSpc>
              <a:spcBef>
                <a:spcPts val="400"/>
              </a:spcBef>
              <a:spcAft>
                <a:spcPts val="400"/>
              </a:spcAft>
              <a:buClr>
                <a:schemeClr val="bg2"/>
              </a:buClr>
            </a:pPr>
            <a:r>
              <a:rPr lang="en-US" sz="2400" b="1"/>
              <a:t>Secondary</a:t>
            </a:r>
          </a:p>
        </p:txBody>
      </p:sp>
      <p:cxnSp>
        <p:nvCxnSpPr>
          <p:cNvPr id="40" name="Straight Connector 39">
            <a:extLst>
              <a:ext uri="{FF2B5EF4-FFF2-40B4-BE49-F238E27FC236}">
                <a16:creationId xmlns:a16="http://schemas.microsoft.com/office/drawing/2014/main" id="{8576F483-F2DE-7D85-55AF-BCB9C707AACE}"/>
              </a:ext>
            </a:extLst>
          </p:cNvPr>
          <p:cNvCxnSpPr>
            <a:cxnSpLocks/>
          </p:cNvCxnSpPr>
          <p:nvPr/>
        </p:nvCxnSpPr>
        <p:spPr>
          <a:xfrm>
            <a:off x="1956416" y="1838009"/>
            <a:ext cx="390026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A8E965C-A888-B161-06D5-478901CCB55E}"/>
              </a:ext>
            </a:extLst>
          </p:cNvPr>
          <p:cNvCxnSpPr>
            <a:cxnSpLocks/>
          </p:cNvCxnSpPr>
          <p:nvPr/>
        </p:nvCxnSpPr>
        <p:spPr>
          <a:xfrm>
            <a:off x="2341215" y="3930419"/>
            <a:ext cx="2085812"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458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86BE-186D-BE65-8E1F-3E94237665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9A181A-B8B4-F1E0-313F-7D03FABD052D}"/>
              </a:ext>
            </a:extLst>
          </p:cNvPr>
          <p:cNvSpPr>
            <a:spLocks noGrp="1"/>
          </p:cNvSpPr>
          <p:nvPr>
            <p:ph type="ctrTitle"/>
          </p:nvPr>
        </p:nvSpPr>
        <p:spPr/>
        <p:txBody>
          <a:bodyPr/>
          <a:lstStyle/>
          <a:p>
            <a:endParaRPr lang="en-US"/>
          </a:p>
        </p:txBody>
      </p:sp>
      <p:sp>
        <p:nvSpPr>
          <p:cNvPr id="5" name="Text Placeholder 4">
            <a:extLst>
              <a:ext uri="{FF2B5EF4-FFF2-40B4-BE49-F238E27FC236}">
                <a16:creationId xmlns:a16="http://schemas.microsoft.com/office/drawing/2014/main" id="{6024964B-F5F4-BA0C-5930-DB166733BED0}"/>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713176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1B7D-6411-B718-9532-295EC0EE483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1D784AA-63C9-24AE-3935-7C58B75BBF6B}"/>
              </a:ext>
            </a:extLst>
          </p:cNvPr>
          <p:cNvSpPr>
            <a:spLocks noGrp="1"/>
          </p:cNvSpPr>
          <p:nvPr>
            <p:ph type="body" sz="quarter" idx="18"/>
          </p:nvPr>
        </p:nvSpPr>
        <p:spPr/>
        <p:txBody>
          <a:bodyPr/>
          <a:lstStyle/>
          <a:p>
            <a:endParaRPr lang="en-IN"/>
          </a:p>
        </p:txBody>
      </p:sp>
      <p:sp>
        <p:nvSpPr>
          <p:cNvPr id="2" name="TextBox 1">
            <a:extLst>
              <a:ext uri="{FF2B5EF4-FFF2-40B4-BE49-F238E27FC236}">
                <a16:creationId xmlns:a16="http://schemas.microsoft.com/office/drawing/2014/main" id="{D1E829F0-77F2-BF8F-18CF-8CF9E834ED0B}"/>
              </a:ext>
            </a:extLst>
          </p:cNvPr>
          <p:cNvSpPr txBox="1"/>
          <p:nvPr/>
        </p:nvSpPr>
        <p:spPr>
          <a:xfrm>
            <a:off x="609599" y="1454707"/>
            <a:ext cx="10972799" cy="374718"/>
          </a:xfrm>
          <a:prstGeom prst="rect">
            <a:avLst/>
          </a:prstGeom>
          <a:noFill/>
          <a:ln>
            <a:noFill/>
          </a:ln>
        </p:spPr>
        <p:txBody>
          <a:bodyPr wrap="square" lIns="0" tIns="0" rIns="0" bIns="0" rtlCol="0">
            <a:spAutoFit/>
          </a:bodyPr>
          <a:lstStyle/>
          <a:p>
            <a:pPr marL="357188" indent="-357188" algn="l">
              <a:lnSpc>
                <a:spcPct val="110000"/>
              </a:lnSpc>
              <a:spcBef>
                <a:spcPts val="400"/>
              </a:spcBef>
              <a:spcAft>
                <a:spcPts val="400"/>
              </a:spcAft>
              <a:buClr>
                <a:schemeClr val="bg2"/>
              </a:buClr>
              <a:buFont typeface="+mj-lt"/>
              <a:buAutoNum type="arabicPeriod"/>
            </a:pPr>
            <a:r>
              <a:rPr lang="en-US" sz="2400">
                <a:solidFill>
                  <a:schemeClr val="bg1"/>
                </a:solidFill>
              </a:rPr>
              <a:t>Text</a:t>
            </a:r>
          </a:p>
        </p:txBody>
      </p:sp>
    </p:spTree>
    <p:extLst>
      <p:ext uri="{BB962C8B-B14F-4D97-AF65-F5344CB8AC3E}">
        <p14:creationId xmlns:p14="http://schemas.microsoft.com/office/powerpoint/2010/main" val="3146820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41F86-DA95-796B-747F-ACF4D8065C3B}"/>
              </a:ext>
            </a:extLst>
          </p:cNvPr>
          <p:cNvSpPr>
            <a:spLocks noGrp="1"/>
          </p:cNvSpPr>
          <p:nvPr>
            <p:ph type="title"/>
          </p:nvPr>
        </p:nvSpPr>
        <p:spPr>
          <a:xfrm>
            <a:off x="609599" y="460376"/>
            <a:ext cx="10972799" cy="387798"/>
          </a:xfrm>
        </p:spPr>
        <p:txBody>
          <a:bodyPr/>
          <a:lstStyle/>
          <a:p>
            <a:endParaRPr lang="en-US">
              <a:gradFill>
                <a:gsLst>
                  <a:gs pos="51000">
                    <a:schemeClr val="accent2">
                      <a:lumMod val="60000"/>
                      <a:lumOff val="40000"/>
                    </a:schemeClr>
                  </a:gs>
                  <a:gs pos="0">
                    <a:srgbClr val="0084FF"/>
                  </a:gs>
                  <a:gs pos="97000">
                    <a:srgbClr val="FF5E86"/>
                  </a:gs>
                </a:gsLst>
                <a:lin ang="0" scaled="1"/>
              </a:gradFill>
            </a:endParaRPr>
          </a:p>
        </p:txBody>
      </p:sp>
      <p:sp>
        <p:nvSpPr>
          <p:cNvPr id="6" name="TextBox 5">
            <a:extLst>
              <a:ext uri="{FF2B5EF4-FFF2-40B4-BE49-F238E27FC236}">
                <a16:creationId xmlns:a16="http://schemas.microsoft.com/office/drawing/2014/main" id="{160F9619-3FCA-C974-4EF5-5EB3AAA68ACA}"/>
              </a:ext>
            </a:extLst>
          </p:cNvPr>
          <p:cNvSpPr txBox="1"/>
          <p:nvPr/>
        </p:nvSpPr>
        <p:spPr>
          <a:xfrm>
            <a:off x="609599" y="1454707"/>
            <a:ext cx="10972799" cy="281039"/>
          </a:xfrm>
          <a:prstGeom prst="rect">
            <a:avLst/>
          </a:prstGeom>
          <a:noFill/>
          <a:ln>
            <a:noFill/>
          </a:ln>
        </p:spPr>
        <p:txBody>
          <a:bodyPr wrap="squar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a:solidFill>
                  <a:schemeClr val="bg1"/>
                </a:solidFill>
              </a:rPr>
              <a:t>Text </a:t>
            </a:r>
          </a:p>
        </p:txBody>
      </p:sp>
      <p:sp>
        <p:nvSpPr>
          <p:cNvPr id="7" name="TextBox 6">
            <a:extLst>
              <a:ext uri="{FF2B5EF4-FFF2-40B4-BE49-F238E27FC236}">
                <a16:creationId xmlns:a16="http://schemas.microsoft.com/office/drawing/2014/main" id="{B0F60B68-A4C6-B407-5315-D120EF52E234}"/>
              </a:ext>
            </a:extLst>
          </p:cNvPr>
          <p:cNvSpPr txBox="1"/>
          <p:nvPr/>
        </p:nvSpPr>
        <p:spPr>
          <a:xfrm>
            <a:off x="609599" y="3288480"/>
            <a:ext cx="10972799" cy="374718"/>
          </a:xfrm>
          <a:prstGeom prst="rect">
            <a:avLst/>
          </a:prstGeom>
          <a:noFill/>
          <a:ln>
            <a:noFill/>
          </a:ln>
        </p:spPr>
        <p:txBody>
          <a:bodyPr wrap="squar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sz="2400" b="1">
                <a:solidFill>
                  <a:schemeClr val="tx2"/>
                </a:solidFill>
              </a:rPr>
              <a:t>Bullet Levels</a:t>
            </a:r>
          </a:p>
        </p:txBody>
      </p:sp>
      <p:sp>
        <p:nvSpPr>
          <p:cNvPr id="8" name="TextBox 7">
            <a:extLst>
              <a:ext uri="{FF2B5EF4-FFF2-40B4-BE49-F238E27FC236}">
                <a16:creationId xmlns:a16="http://schemas.microsoft.com/office/drawing/2014/main" id="{1BE5BCAC-C72D-9775-64DB-E7E6FC0A3FC4}"/>
              </a:ext>
            </a:extLst>
          </p:cNvPr>
          <p:cNvSpPr txBox="1"/>
          <p:nvPr/>
        </p:nvSpPr>
        <p:spPr>
          <a:xfrm>
            <a:off x="609599" y="3784249"/>
            <a:ext cx="10972799" cy="1095621"/>
          </a:xfrm>
          <a:prstGeom prst="rect">
            <a:avLst/>
          </a:prstGeom>
          <a:noFill/>
          <a:ln>
            <a:noFill/>
          </a:ln>
        </p:spPr>
        <p:txBody>
          <a:bodyPr wrap="square" lIns="0" tIns="0" rIns="0" bIns="0" rtlCol="0">
            <a:spAutoFit/>
          </a:bodyPr>
          <a:lstStyle/>
          <a:p>
            <a:pPr marL="285750" indent="-285750" algn="l">
              <a:lnSpc>
                <a:spcPct val="110000"/>
              </a:lnSpc>
              <a:spcBef>
                <a:spcPts val="400"/>
              </a:spcBef>
              <a:spcAft>
                <a:spcPts val="400"/>
              </a:spcAft>
              <a:buClr>
                <a:schemeClr val="bg2"/>
              </a:buClr>
              <a:buFont typeface="Arial" panose="020B0604020202020204" pitchFamily="34" charset="0"/>
              <a:buChar char="•"/>
            </a:pPr>
            <a:r>
              <a:rPr lang="en-US">
                <a:solidFill>
                  <a:schemeClr val="bg1"/>
                </a:solidFill>
              </a:rPr>
              <a:t>First Level</a:t>
            </a:r>
          </a:p>
          <a:p>
            <a:pPr marL="623888" indent="-320675" algn="l">
              <a:lnSpc>
                <a:spcPct val="110000"/>
              </a:lnSpc>
              <a:spcBef>
                <a:spcPts val="400"/>
              </a:spcBef>
              <a:spcAft>
                <a:spcPts val="400"/>
              </a:spcAft>
              <a:buClr>
                <a:schemeClr val="bg2"/>
              </a:buClr>
              <a:buFont typeface="System Font Regular"/>
              <a:buChar char="‒"/>
            </a:pPr>
            <a:r>
              <a:rPr lang="en-US">
                <a:solidFill>
                  <a:schemeClr val="bg1"/>
                </a:solidFill>
              </a:rPr>
              <a:t>Second Level</a:t>
            </a:r>
          </a:p>
          <a:p>
            <a:pPr marL="938213" indent="-300038" algn="l">
              <a:lnSpc>
                <a:spcPct val="110000"/>
              </a:lnSpc>
              <a:spcBef>
                <a:spcPts val="400"/>
              </a:spcBef>
              <a:spcAft>
                <a:spcPts val="400"/>
              </a:spcAft>
              <a:buClr>
                <a:schemeClr val="bg2"/>
              </a:buClr>
              <a:buFont typeface="Courier New" panose="02070309020205020404" pitchFamily="49" charset="0"/>
              <a:buChar char="o"/>
            </a:pPr>
            <a:r>
              <a:rPr lang="en-US">
                <a:solidFill>
                  <a:schemeClr val="bg1"/>
                </a:solidFill>
              </a:rPr>
              <a:t>Third Level</a:t>
            </a:r>
          </a:p>
        </p:txBody>
      </p:sp>
    </p:spTree>
    <p:extLst>
      <p:ext uri="{BB962C8B-B14F-4D97-AF65-F5344CB8AC3E}">
        <p14:creationId xmlns:p14="http://schemas.microsoft.com/office/powerpoint/2010/main" val="4029501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74066D-0F7E-4B66-5F69-3F952A08BEAF}"/>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1124996-57EC-1314-BCE0-CBCA9697854A}"/>
              </a:ext>
            </a:extLst>
          </p:cNvPr>
          <p:cNvSpPr>
            <a:spLocks noGrp="1"/>
          </p:cNvSpPr>
          <p:nvPr>
            <p:ph type="body" sz="quarter" idx="18"/>
          </p:nvPr>
        </p:nvSpPr>
        <p:spPr/>
        <p:txBody>
          <a:bodyPr/>
          <a:lstStyle/>
          <a:p>
            <a:endParaRPr lang="en-US"/>
          </a:p>
        </p:txBody>
      </p:sp>
      <p:sp>
        <p:nvSpPr>
          <p:cNvPr id="7" name="TextBox 6">
            <a:extLst>
              <a:ext uri="{FF2B5EF4-FFF2-40B4-BE49-F238E27FC236}">
                <a16:creationId xmlns:a16="http://schemas.microsoft.com/office/drawing/2014/main" id="{485A68A4-90D3-4F93-E7A9-669F6A822E41}"/>
              </a:ext>
            </a:extLst>
          </p:cNvPr>
          <p:cNvSpPr txBox="1"/>
          <p:nvPr/>
        </p:nvSpPr>
        <p:spPr>
          <a:xfrm>
            <a:off x="609599" y="1454707"/>
            <a:ext cx="10972799" cy="281039"/>
          </a:xfrm>
          <a:prstGeom prst="rect">
            <a:avLst/>
          </a:prstGeom>
          <a:noFill/>
          <a:ln>
            <a:noFill/>
          </a:ln>
        </p:spPr>
        <p:txBody>
          <a:bodyPr wrap="squar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a:solidFill>
                  <a:schemeClr val="bg1"/>
                </a:solidFill>
              </a:rPr>
              <a:t>Text</a:t>
            </a:r>
          </a:p>
        </p:txBody>
      </p:sp>
    </p:spTree>
    <p:extLst>
      <p:ext uri="{BB962C8B-B14F-4D97-AF65-F5344CB8AC3E}">
        <p14:creationId xmlns:p14="http://schemas.microsoft.com/office/powerpoint/2010/main" val="2376542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FD23-43E8-AF52-DF57-8BC819CB44C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231DD66-AA2D-6FF6-D70C-127B9A554516}"/>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2809240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D2A2-553B-8CC1-2F71-44CD903A0969}"/>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18C50478-3459-BF93-5732-35DA20E8AA90}"/>
              </a:ext>
            </a:extLst>
          </p:cNvPr>
          <p:cNvGraphicFramePr>
            <a:graphicFrameLocks noGrp="1"/>
          </p:cNvGraphicFramePr>
          <p:nvPr>
            <p:extLst>
              <p:ext uri="{D42A27DB-BD31-4B8C-83A1-F6EECF244321}">
                <p14:modId xmlns:p14="http://schemas.microsoft.com/office/powerpoint/2010/main" val="2020798761"/>
              </p:ext>
            </p:extLst>
          </p:nvPr>
        </p:nvGraphicFramePr>
        <p:xfrm>
          <a:off x="609598" y="1092821"/>
          <a:ext cx="10972800" cy="5163015"/>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693694607"/>
                    </a:ext>
                  </a:extLst>
                </a:gridCol>
                <a:gridCol w="1828800">
                  <a:extLst>
                    <a:ext uri="{9D8B030D-6E8A-4147-A177-3AD203B41FA5}">
                      <a16:colId xmlns:a16="http://schemas.microsoft.com/office/drawing/2014/main" val="2967780320"/>
                    </a:ext>
                  </a:extLst>
                </a:gridCol>
                <a:gridCol w="1828800">
                  <a:extLst>
                    <a:ext uri="{9D8B030D-6E8A-4147-A177-3AD203B41FA5}">
                      <a16:colId xmlns:a16="http://schemas.microsoft.com/office/drawing/2014/main" val="602751467"/>
                    </a:ext>
                  </a:extLst>
                </a:gridCol>
                <a:gridCol w="1828800">
                  <a:extLst>
                    <a:ext uri="{9D8B030D-6E8A-4147-A177-3AD203B41FA5}">
                      <a16:colId xmlns:a16="http://schemas.microsoft.com/office/drawing/2014/main" val="2218829309"/>
                    </a:ext>
                  </a:extLst>
                </a:gridCol>
                <a:gridCol w="1828800">
                  <a:extLst>
                    <a:ext uri="{9D8B030D-6E8A-4147-A177-3AD203B41FA5}">
                      <a16:colId xmlns:a16="http://schemas.microsoft.com/office/drawing/2014/main" val="10971374"/>
                    </a:ext>
                  </a:extLst>
                </a:gridCol>
                <a:gridCol w="1828800">
                  <a:extLst>
                    <a:ext uri="{9D8B030D-6E8A-4147-A177-3AD203B41FA5}">
                      <a16:colId xmlns:a16="http://schemas.microsoft.com/office/drawing/2014/main" val="1306574917"/>
                    </a:ext>
                  </a:extLst>
                </a:gridCol>
              </a:tblGrid>
              <a:tr h="397155">
                <a:tc>
                  <a:txBody>
                    <a:bodyPr/>
                    <a:lstStyle/>
                    <a:p>
                      <a:pPr algn="l" fontAlgn="b">
                        <a:buNone/>
                      </a:pPr>
                      <a:r>
                        <a:rPr lang="en-IN" sz="1400" b="1" u="none" strike="noStrike">
                          <a:solidFill>
                            <a:schemeClr val="bg1"/>
                          </a:solidFill>
                          <a:effectLst/>
                        </a:rPr>
                        <a:t>XXX</a:t>
                      </a:r>
                      <a:endParaRPr lang="en-IN" sz="14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lumMod val="85000"/>
                        <a:lumOff val="15000"/>
                      </a:schemeClr>
                    </a:solidFill>
                  </a:tcPr>
                </a:tc>
                <a:tc>
                  <a:txBody>
                    <a:bodyPr/>
                    <a:lstStyle/>
                    <a:p>
                      <a:pPr algn="l" fontAlgn="b">
                        <a:buNone/>
                      </a:pPr>
                      <a:r>
                        <a:rPr lang="en-IN" sz="1400" b="1" u="none" strike="noStrike">
                          <a:solidFill>
                            <a:schemeClr val="bg1"/>
                          </a:solidFill>
                          <a:effectLst/>
                        </a:rPr>
                        <a:t>XXX</a:t>
                      </a:r>
                      <a:endParaRPr lang="en-IN" sz="14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lumMod val="85000"/>
                        <a:lumOff val="15000"/>
                      </a:schemeClr>
                    </a:solidFill>
                  </a:tcPr>
                </a:tc>
                <a:tc>
                  <a:txBody>
                    <a:bodyPr/>
                    <a:lstStyle/>
                    <a:p>
                      <a:pPr algn="l" fontAlgn="b">
                        <a:buNone/>
                      </a:pPr>
                      <a:r>
                        <a:rPr lang="en-IN" sz="1400" b="1" u="none" strike="noStrike">
                          <a:solidFill>
                            <a:schemeClr val="bg1"/>
                          </a:solidFill>
                          <a:effectLst/>
                        </a:rPr>
                        <a:t>XXX</a:t>
                      </a:r>
                      <a:endParaRPr lang="en-IN" sz="14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lumMod val="85000"/>
                        <a:lumOff val="15000"/>
                      </a:schemeClr>
                    </a:solidFill>
                  </a:tcPr>
                </a:tc>
                <a:tc>
                  <a:txBody>
                    <a:bodyPr/>
                    <a:lstStyle/>
                    <a:p>
                      <a:pPr algn="l" fontAlgn="b">
                        <a:buNone/>
                      </a:pPr>
                      <a:r>
                        <a:rPr lang="en-IN" sz="1400" b="1" u="none" strike="noStrike">
                          <a:solidFill>
                            <a:schemeClr val="bg1"/>
                          </a:solidFill>
                          <a:effectLst/>
                        </a:rPr>
                        <a:t>XXX</a:t>
                      </a:r>
                      <a:endParaRPr lang="en-IN" sz="14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lumMod val="85000"/>
                        <a:lumOff val="15000"/>
                      </a:schemeClr>
                    </a:solidFill>
                  </a:tcPr>
                </a:tc>
                <a:tc>
                  <a:txBody>
                    <a:bodyPr/>
                    <a:lstStyle/>
                    <a:p>
                      <a:pPr algn="l" fontAlgn="b">
                        <a:buNone/>
                      </a:pPr>
                      <a:r>
                        <a:rPr lang="en-IN" sz="1400" b="1" u="none" strike="noStrike">
                          <a:solidFill>
                            <a:schemeClr val="bg1"/>
                          </a:solidFill>
                          <a:effectLst/>
                        </a:rPr>
                        <a:t>XXX</a:t>
                      </a:r>
                      <a:endParaRPr lang="en-IN" sz="14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lumMod val="85000"/>
                        <a:lumOff val="15000"/>
                      </a:schemeClr>
                    </a:solidFill>
                  </a:tcPr>
                </a:tc>
                <a:tc>
                  <a:txBody>
                    <a:bodyPr/>
                    <a:lstStyle/>
                    <a:p>
                      <a:pPr algn="l" fontAlgn="b">
                        <a:buNone/>
                      </a:pPr>
                      <a:r>
                        <a:rPr lang="en-IN" sz="1400" b="1" u="none" strike="noStrike">
                          <a:solidFill>
                            <a:schemeClr val="bg1"/>
                          </a:solidFill>
                          <a:effectLst/>
                        </a:rPr>
                        <a:t>XXX</a:t>
                      </a:r>
                      <a:endParaRPr lang="en-IN" sz="1400" b="1"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solidFill>
                      <a:schemeClr val="tx1">
                        <a:lumMod val="85000"/>
                        <a:lumOff val="15000"/>
                      </a:schemeClr>
                    </a:solidFill>
                  </a:tcPr>
                </a:tc>
                <a:extLst>
                  <a:ext uri="{0D108BD9-81ED-4DB2-BD59-A6C34878D82A}">
                    <a16:rowId xmlns:a16="http://schemas.microsoft.com/office/drawing/2014/main" val="4181443266"/>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641457740"/>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59974785"/>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56293018"/>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932732691"/>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59839699"/>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136124417"/>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817421038"/>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642343057"/>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96790515"/>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18620201"/>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833706374"/>
                  </a:ext>
                </a:extLst>
              </a:tr>
              <a:tr h="397155">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tc>
                  <a:txBody>
                    <a:bodyPr/>
                    <a:lstStyle/>
                    <a:p>
                      <a:pPr algn="l" fontAlgn="b">
                        <a:buNone/>
                      </a:pPr>
                      <a:r>
                        <a:rPr lang="en-IN" sz="1200" u="none" strike="noStrike">
                          <a:solidFill>
                            <a:schemeClr val="bg1"/>
                          </a:solidFill>
                          <a:effectLst/>
                        </a:rPr>
                        <a:t>…</a:t>
                      </a:r>
                      <a:endParaRPr lang="en-IN" sz="1200" b="0" i="0" u="none" strike="noStrike">
                        <a:solidFill>
                          <a:schemeClr val="bg1"/>
                        </a:solidFill>
                        <a:effectLst/>
                        <a:latin typeface="Aptos Narrow" panose="020B0004020202020204" pitchFamily="34" charset="0"/>
                      </a:endParaRPr>
                    </a:p>
                  </a:txBody>
                  <a:tcPr marL="72000" marR="36000" marT="36000" marB="36000" anchor="ctr">
                    <a:lnL w="3175" cap="flat" cmpd="sng" algn="ctr">
                      <a:solidFill>
                        <a:schemeClr val="bg2"/>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16246568"/>
                  </a:ext>
                </a:extLst>
              </a:tr>
            </a:tbl>
          </a:graphicData>
        </a:graphic>
      </p:graphicFrame>
    </p:spTree>
    <p:extLst>
      <p:ext uri="{BB962C8B-B14F-4D97-AF65-F5344CB8AC3E}">
        <p14:creationId xmlns:p14="http://schemas.microsoft.com/office/powerpoint/2010/main" val="830893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D647A0-CEE9-C869-7AC5-6F3B0EFA802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46620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0BB7D-BC04-3346-FD77-08BA7AF59086}"/>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B3EB7486-9D53-B9BA-FFEC-49CF7C606EFE}"/>
              </a:ext>
            </a:extLst>
          </p:cNvPr>
          <p:cNvSpPr>
            <a:spLocks noGrp="1"/>
          </p:cNvSpPr>
          <p:nvPr>
            <p:ph type="body" sz="quarter" idx="17"/>
          </p:nvPr>
        </p:nvSpPr>
        <p:spPr/>
        <p:txBody>
          <a:bodyPr/>
          <a:lstStyle/>
          <a:p>
            <a:r>
              <a:rPr lang="en-US"/>
              <a:t>Thank You</a:t>
            </a:r>
          </a:p>
        </p:txBody>
      </p:sp>
      <p:sp>
        <p:nvSpPr>
          <p:cNvPr id="3" name="Text Placeholder 2">
            <a:extLst>
              <a:ext uri="{FF2B5EF4-FFF2-40B4-BE49-F238E27FC236}">
                <a16:creationId xmlns:a16="http://schemas.microsoft.com/office/drawing/2014/main" id="{BAEF0114-366E-9978-FE07-61EB7FEB7AE5}"/>
              </a:ext>
            </a:extLst>
          </p:cNvPr>
          <p:cNvSpPr>
            <a:spLocks noGrp="1"/>
          </p:cNvSpPr>
          <p:nvPr>
            <p:ph type="body" sz="quarter" idx="13"/>
          </p:nvPr>
        </p:nvSpPr>
        <p:spPr>
          <a:xfrm>
            <a:off x="609600" y="2755806"/>
            <a:ext cx="10972800" cy="1422762"/>
          </a:xfrm>
        </p:spPr>
        <p:txBody>
          <a:bodyPr vert="horz" lIns="0" tIns="0" rIns="0" bIns="0" rtlCol="0" anchor="t">
            <a:spAutoFit/>
          </a:bodyPr>
          <a:lstStyle/>
          <a:p>
            <a:pPr marL="7620" lvl="0"/>
            <a:r>
              <a:rPr lang="en-GB" b="1">
                <a:latin typeface="Arial"/>
                <a:cs typeface="Arial"/>
              </a:rPr>
              <a:t>Global Headquarters</a:t>
            </a:r>
          </a:p>
          <a:p>
            <a:pPr marL="7620"/>
            <a:r>
              <a:rPr lang="en-GB">
                <a:latin typeface="Arial"/>
                <a:cs typeface="Arial"/>
              </a:rPr>
              <a:t>33 S Wood Ave., 5th Floor</a:t>
            </a:r>
            <a:endParaRPr lang="en-GB"/>
          </a:p>
          <a:p>
            <a:pPr marL="7620"/>
            <a:r>
              <a:rPr lang="en-GB">
                <a:latin typeface="Arial"/>
                <a:cs typeface="Arial"/>
              </a:rPr>
              <a:t>Iselin, NJ 08830</a:t>
            </a:r>
            <a:br>
              <a:rPr lang="en-GB"/>
            </a:br>
            <a:r>
              <a:rPr lang="en-GB">
                <a:latin typeface="Arial"/>
                <a:cs typeface="Arial"/>
              </a:rPr>
              <a:t>+1.877.456.9922</a:t>
            </a:r>
            <a:endParaRPr lang="en-GB"/>
          </a:p>
          <a:p>
            <a:pPr marL="7620" lvl="0"/>
            <a:r>
              <a:rPr lang="en-GB">
                <a:latin typeface="Arial"/>
                <a:cs typeface="Arial"/>
                <a:hlinkClick r:id="rId2">
                  <a:extLst>
                    <a:ext uri="{A12FA001-AC4F-418D-AE19-62706E023703}">
                      <ahyp:hlinkClr xmlns:ahyp="http://schemas.microsoft.com/office/drawing/2018/hyperlinkcolor" val="tx"/>
                    </a:ext>
                  </a:extLst>
                </a:hlinkClick>
              </a:rPr>
              <a:t>info@orioninc.com</a:t>
            </a:r>
            <a:endParaRPr lang="en-US"/>
          </a:p>
        </p:txBody>
      </p:sp>
      <p:sp>
        <p:nvSpPr>
          <p:cNvPr id="12" name="Text Placeholder 16">
            <a:extLst>
              <a:ext uri="{FF2B5EF4-FFF2-40B4-BE49-F238E27FC236}">
                <a16:creationId xmlns:a16="http://schemas.microsoft.com/office/drawing/2014/main" id="{FAD2B860-3FCF-0C86-34A9-969F6B973E15}"/>
              </a:ext>
            </a:extLst>
          </p:cNvPr>
          <p:cNvSpPr txBox="1">
            <a:spLocks/>
          </p:cNvSpPr>
          <p:nvPr/>
        </p:nvSpPr>
        <p:spPr>
          <a:xfrm>
            <a:off x="609600" y="2758797"/>
            <a:ext cx="2880925" cy="1552080"/>
          </a:xfrm>
          <a:prstGeom prst="rect">
            <a:avLst/>
          </a:prstGeom>
        </p:spPr>
        <p:txBody>
          <a:bodyPr vert="horz" lIns="0" tIns="0" rIns="0" bIns="0" rtlCol="0" anchor="t">
            <a:noAutofit/>
          </a:bodyPr>
          <a:lstStyle>
            <a:lvl1pPr marL="8467"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2000" b="0" i="0" kern="1200">
                <a:solidFill>
                  <a:schemeClr val="bg1"/>
                </a:solidFill>
                <a:latin typeface="Arial" panose="020B0604020202020204" pitchFamily="34" charset="0"/>
                <a:ea typeface="+mn-ea"/>
                <a:cs typeface="Arial" panose="020B0604020202020204" pitchFamily="34" charset="0"/>
              </a:defRPr>
            </a:lvl1pPr>
            <a:lvl2pPr marL="304792"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2400" b="0" i="0" kern="1200">
                <a:solidFill>
                  <a:schemeClr val="bg1"/>
                </a:solidFill>
                <a:latin typeface="Arial" panose="020B0604020202020204" pitchFamily="34" charset="0"/>
                <a:ea typeface="+mn-ea"/>
                <a:cs typeface="Arial" panose="020B0604020202020204" pitchFamily="34" charset="0"/>
              </a:defRPr>
            </a:lvl2pPr>
            <a:lvl3pPr marL="609585"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2000" b="0" i="0" kern="1200">
                <a:solidFill>
                  <a:schemeClr val="bg1"/>
                </a:solidFill>
                <a:latin typeface="Arial" panose="020B0604020202020204" pitchFamily="34" charset="0"/>
                <a:ea typeface="+mn-ea"/>
                <a:cs typeface="Arial" panose="020B0604020202020204" pitchFamily="34" charset="0"/>
              </a:defRPr>
            </a:lvl3pPr>
            <a:lvl4pPr marL="914377"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1867" b="0" i="0" kern="1200">
                <a:solidFill>
                  <a:schemeClr val="bg1"/>
                </a:solidFill>
                <a:latin typeface="Arial" panose="020B0604020202020204" pitchFamily="34" charset="0"/>
                <a:ea typeface="+mn-ea"/>
                <a:cs typeface="Arial" panose="020B0604020202020204" pitchFamily="34" charset="0"/>
              </a:defRPr>
            </a:lvl4pPr>
            <a:lvl5pPr marL="1219170" indent="0" algn="l" defTabSz="1219170" rtl="0" eaLnBrk="1" latinLnBrk="0" hangingPunct="1">
              <a:lnSpc>
                <a:spcPct val="110000"/>
              </a:lnSpc>
              <a:spcBef>
                <a:spcPts val="0"/>
              </a:spcBef>
              <a:spcAft>
                <a:spcPts val="1600"/>
              </a:spcAft>
              <a:buClr>
                <a:schemeClr val="bg1">
                  <a:lumMod val="75000"/>
                </a:schemeClr>
              </a:buClr>
              <a:buFont typeface="Arial" panose="020B0604020202020204" pitchFamily="34" charset="0"/>
              <a:buNone/>
              <a:tabLst/>
              <a:defRPr sz="1600" b="0" i="0" kern="1200">
                <a:solidFill>
                  <a:schemeClr val="bg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8255" marR="0" lvl="0" indent="0" algn="l" defTabSz="1219170" rtl="0" eaLnBrk="1" fontAlgn="auto" latinLnBrk="0" hangingPunct="1">
              <a:lnSpc>
                <a:spcPct val="110000"/>
              </a:lnSpc>
              <a:spcBef>
                <a:spcPts val="800"/>
              </a:spcBef>
              <a:spcAft>
                <a:spcPts val="400"/>
              </a:spcAft>
              <a:buClr>
                <a:srgbClr val="FFFFFF">
                  <a:lumMod val="75000"/>
                </a:srgbClr>
              </a:buClr>
              <a:buSzTx/>
              <a:buFont typeface="Arial" panose="020B0604020202020204" pitchFamily="34" charset="0"/>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Helvetica"/>
            </a:endParaRPr>
          </a:p>
        </p:txBody>
      </p:sp>
    </p:spTree>
    <p:extLst>
      <p:ext uri="{BB962C8B-B14F-4D97-AF65-F5344CB8AC3E}">
        <p14:creationId xmlns:p14="http://schemas.microsoft.com/office/powerpoint/2010/main" val="1254292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42A02F-C03B-0447-E754-AE57297C8515}"/>
              </a:ext>
            </a:extLst>
          </p:cNvPr>
          <p:cNvSpPr>
            <a:spLocks noGrp="1"/>
          </p:cNvSpPr>
          <p:nvPr>
            <p:ph type="title"/>
          </p:nvPr>
        </p:nvSpPr>
        <p:spPr/>
        <p:txBody>
          <a:bodyPr/>
          <a:lstStyle/>
          <a:p>
            <a:r>
              <a:rPr lang="en-US"/>
              <a:t>Colour Palette as per Orion Guidelines</a:t>
            </a:r>
          </a:p>
        </p:txBody>
      </p:sp>
      <p:sp>
        <p:nvSpPr>
          <p:cNvPr id="5" name="Rectangle 4">
            <a:extLst>
              <a:ext uri="{FF2B5EF4-FFF2-40B4-BE49-F238E27FC236}">
                <a16:creationId xmlns:a16="http://schemas.microsoft.com/office/drawing/2014/main" id="{9E6DC265-9D4E-CD37-EB6E-E5353C1D8170}"/>
              </a:ext>
            </a:extLst>
          </p:cNvPr>
          <p:cNvSpPr/>
          <p:nvPr/>
        </p:nvSpPr>
        <p:spPr>
          <a:xfrm>
            <a:off x="667713" y="2249949"/>
            <a:ext cx="900000" cy="900000"/>
          </a:xfrm>
          <a:prstGeom prst="rect">
            <a:avLst/>
          </a:prstGeom>
          <a:solidFill>
            <a:schemeClr val="tx2"/>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0000" tIns="91440" rIns="91440" bIns="91440" numCol="1" spcCol="0" rtlCol="0" fromWordArt="0" anchor="ctr" anchorCtr="0" forceAA="0" compatLnSpc="1">
            <a:prstTxWarp prst="textNoShape">
              <a:avLst/>
            </a:prstTxWarp>
            <a:noAutofit/>
          </a:bodyPr>
          <a:lstStyle/>
          <a:p>
            <a:pPr algn="ctr">
              <a:lnSpc>
                <a:spcPct val="110000"/>
              </a:lnSpc>
            </a:pPr>
            <a:r>
              <a:rPr lang="en-US" sz="1400" b="1">
                <a:solidFill>
                  <a:schemeClr val="bg1"/>
                </a:solidFill>
                <a:effectLst/>
              </a:rPr>
              <a:t>R:</a:t>
            </a:r>
            <a:r>
              <a:rPr lang="en-US" sz="1400">
                <a:solidFill>
                  <a:schemeClr val="bg1"/>
                </a:solidFill>
                <a:effectLst/>
              </a:rPr>
              <a:t>2</a:t>
            </a:r>
          </a:p>
          <a:p>
            <a:pPr algn="ctr">
              <a:lnSpc>
                <a:spcPct val="110000"/>
              </a:lnSpc>
            </a:pPr>
            <a:r>
              <a:rPr lang="en-US" sz="1400" b="1">
                <a:solidFill>
                  <a:schemeClr val="bg1"/>
                </a:solidFill>
              </a:rPr>
              <a:t>G:</a:t>
            </a:r>
            <a:r>
              <a:rPr lang="en-US" sz="1400">
                <a:solidFill>
                  <a:schemeClr val="bg1"/>
                </a:solidFill>
              </a:rPr>
              <a:t>131</a:t>
            </a:r>
          </a:p>
          <a:p>
            <a:pPr algn="ctr">
              <a:lnSpc>
                <a:spcPct val="110000"/>
              </a:lnSpc>
            </a:pPr>
            <a:r>
              <a:rPr lang="en-US" sz="1400" b="1">
                <a:solidFill>
                  <a:schemeClr val="bg1"/>
                </a:solidFill>
                <a:effectLst/>
              </a:rPr>
              <a:t>B:</a:t>
            </a:r>
            <a:r>
              <a:rPr lang="en-US" sz="1400">
                <a:solidFill>
                  <a:schemeClr val="bg1"/>
                </a:solidFill>
                <a:effectLst/>
              </a:rPr>
              <a:t>255</a:t>
            </a:r>
          </a:p>
        </p:txBody>
      </p:sp>
      <p:sp>
        <p:nvSpPr>
          <p:cNvPr id="6" name="Rectangle 5">
            <a:extLst>
              <a:ext uri="{FF2B5EF4-FFF2-40B4-BE49-F238E27FC236}">
                <a16:creationId xmlns:a16="http://schemas.microsoft.com/office/drawing/2014/main" id="{7CC16723-735A-579A-DE36-930CF663DE86}"/>
              </a:ext>
            </a:extLst>
          </p:cNvPr>
          <p:cNvSpPr/>
          <p:nvPr/>
        </p:nvSpPr>
        <p:spPr>
          <a:xfrm>
            <a:off x="2097370" y="2249949"/>
            <a:ext cx="900000" cy="900000"/>
          </a:xfrm>
          <a:prstGeom prst="rect">
            <a:avLst/>
          </a:prstGeom>
          <a:solidFill>
            <a:schemeClr val="accent1"/>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a:t>
            </a:r>
            <a:r>
              <a:rPr kumimoji="0" lang="en-US" sz="1400" i="0" u="none" strike="noStrike" kern="1200" cap="none" spc="0" normalizeH="0" baseline="0" noProof="0">
                <a:ln>
                  <a:noFill/>
                </a:ln>
                <a:solidFill>
                  <a:srgbClr val="FFFFFF"/>
                </a:solidFill>
                <a:effectLst/>
                <a:uLnTx/>
                <a:uFillTx/>
                <a:latin typeface="Arial" panose="020B0604020202020204"/>
                <a:ea typeface="+mn-ea"/>
                <a:cs typeface="+mn-cs"/>
              </a:rPr>
              <a:t>42</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G:</a:t>
            </a:r>
            <a:r>
              <a:rPr kumimoji="0" lang="en-US" sz="1400" i="0" u="none" strike="noStrike" kern="1200" cap="none" spc="0" normalizeH="0" baseline="0" noProof="0">
                <a:ln>
                  <a:noFill/>
                </a:ln>
                <a:solidFill>
                  <a:srgbClr val="FFFFFF"/>
                </a:solidFill>
                <a:effectLst/>
                <a:uLnTx/>
                <a:uFillTx/>
                <a:latin typeface="Arial" panose="020B0604020202020204"/>
                <a:ea typeface="+mn-ea"/>
                <a:cs typeface="+mn-cs"/>
              </a:rPr>
              <a:t>204</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B:</a:t>
            </a:r>
            <a:r>
              <a:rPr kumimoji="0" lang="en-US" sz="1400" i="0" u="none" strike="noStrike" kern="1200" cap="none" spc="0" normalizeH="0" baseline="0" noProof="0">
                <a:ln>
                  <a:noFill/>
                </a:ln>
                <a:solidFill>
                  <a:srgbClr val="FFFFFF"/>
                </a:solidFill>
                <a:effectLst/>
                <a:uLnTx/>
                <a:uFillTx/>
                <a:latin typeface="Arial" panose="020B0604020202020204"/>
                <a:ea typeface="+mn-ea"/>
                <a:cs typeface="+mn-cs"/>
              </a:rPr>
              <a:t>255</a:t>
            </a:r>
          </a:p>
        </p:txBody>
      </p:sp>
      <p:sp>
        <p:nvSpPr>
          <p:cNvPr id="7" name="Rectangle 6">
            <a:extLst>
              <a:ext uri="{FF2B5EF4-FFF2-40B4-BE49-F238E27FC236}">
                <a16:creationId xmlns:a16="http://schemas.microsoft.com/office/drawing/2014/main" id="{0235D83F-491C-0E7C-D406-B29C98900C1B}"/>
              </a:ext>
            </a:extLst>
          </p:cNvPr>
          <p:cNvSpPr/>
          <p:nvPr/>
        </p:nvSpPr>
        <p:spPr>
          <a:xfrm>
            <a:off x="3527027" y="2249949"/>
            <a:ext cx="900000" cy="900000"/>
          </a:xfrm>
          <a:prstGeom prst="rect">
            <a:avLst/>
          </a:prstGeom>
          <a:solidFill>
            <a:schemeClr val="accent2"/>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solidFill>
                  <a:srgbClr val="FFFFFF"/>
                </a:solidFill>
              </a:rPr>
              <a:t>R:</a:t>
            </a:r>
            <a:r>
              <a:rPr lang="en-US" sz="1400">
                <a:solidFill>
                  <a:srgbClr val="FFFFFF"/>
                </a:solidFill>
              </a:rPr>
              <a:t>127</a:t>
            </a:r>
          </a:p>
          <a:p>
            <a:pPr lvl="0" algn="ctr">
              <a:lnSpc>
                <a:spcPct val="110000"/>
              </a:lnSpc>
              <a:defRPr/>
            </a:pPr>
            <a:r>
              <a:rPr lang="en-US" sz="1400" b="1">
                <a:solidFill>
                  <a:srgbClr val="FFFFFF"/>
                </a:solidFill>
              </a:rPr>
              <a:t>G:</a:t>
            </a:r>
            <a:r>
              <a:rPr lang="en-US" sz="1400">
                <a:solidFill>
                  <a:srgbClr val="FFFFFF"/>
                </a:solidFill>
              </a:rPr>
              <a:t>25</a:t>
            </a:r>
          </a:p>
          <a:p>
            <a:pPr lvl="0" algn="ctr">
              <a:lnSpc>
                <a:spcPct val="110000"/>
              </a:lnSpc>
              <a:defRPr/>
            </a:pPr>
            <a:r>
              <a:rPr lang="en-US" sz="1400" b="1">
                <a:solidFill>
                  <a:srgbClr val="FFFFFF"/>
                </a:solidFill>
              </a:rPr>
              <a:t>B:</a:t>
            </a:r>
            <a:r>
              <a:rPr lang="en-US" sz="1400">
                <a:solidFill>
                  <a:srgbClr val="FFFFFF"/>
                </a:solidFill>
              </a:rPr>
              <a:t>190</a:t>
            </a:r>
          </a:p>
        </p:txBody>
      </p:sp>
      <p:sp>
        <p:nvSpPr>
          <p:cNvPr id="8" name="Rectangle 7">
            <a:extLst>
              <a:ext uri="{FF2B5EF4-FFF2-40B4-BE49-F238E27FC236}">
                <a16:creationId xmlns:a16="http://schemas.microsoft.com/office/drawing/2014/main" id="{CF518BCA-C65B-D2D1-468C-165FA5F0A7B8}"/>
              </a:ext>
            </a:extLst>
          </p:cNvPr>
          <p:cNvSpPr/>
          <p:nvPr/>
        </p:nvSpPr>
        <p:spPr>
          <a:xfrm>
            <a:off x="667713" y="4307350"/>
            <a:ext cx="900000" cy="900000"/>
          </a:xfrm>
          <a:prstGeom prst="rect">
            <a:avLst/>
          </a:prstGeom>
          <a:solidFill>
            <a:schemeClr val="accent3"/>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solidFill>
                  <a:srgbClr val="FFFFFF"/>
                </a:solidFill>
              </a:rPr>
              <a:t>R:</a:t>
            </a:r>
            <a:r>
              <a:rPr lang="en-US" sz="1400">
                <a:solidFill>
                  <a:srgbClr val="FFFFFF"/>
                </a:solidFill>
              </a:rPr>
              <a:t>254</a:t>
            </a:r>
          </a:p>
          <a:p>
            <a:pPr lvl="0" algn="ctr">
              <a:lnSpc>
                <a:spcPct val="110000"/>
              </a:lnSpc>
              <a:defRPr/>
            </a:pPr>
            <a:r>
              <a:rPr lang="en-US" sz="1400" b="1">
                <a:solidFill>
                  <a:srgbClr val="FFFFFF"/>
                </a:solidFill>
              </a:rPr>
              <a:t>G:</a:t>
            </a:r>
            <a:r>
              <a:rPr lang="en-US" sz="1400">
                <a:solidFill>
                  <a:srgbClr val="FFFFFF"/>
                </a:solidFill>
              </a:rPr>
              <a:t>37</a:t>
            </a:r>
          </a:p>
          <a:p>
            <a:pPr lvl="0" algn="ctr">
              <a:lnSpc>
                <a:spcPct val="110000"/>
              </a:lnSpc>
              <a:defRPr/>
            </a:pPr>
            <a:r>
              <a:rPr lang="en-US" sz="1400" b="1">
                <a:solidFill>
                  <a:srgbClr val="FFFFFF"/>
                </a:solidFill>
              </a:rPr>
              <a:t>B:</a:t>
            </a:r>
            <a:r>
              <a:rPr lang="en-US" sz="1400">
                <a:solidFill>
                  <a:srgbClr val="FFFFFF"/>
                </a:solidFill>
              </a:rPr>
              <a:t>121</a:t>
            </a:r>
          </a:p>
        </p:txBody>
      </p:sp>
      <p:sp>
        <p:nvSpPr>
          <p:cNvPr id="9" name="Rectangle 8">
            <a:extLst>
              <a:ext uri="{FF2B5EF4-FFF2-40B4-BE49-F238E27FC236}">
                <a16:creationId xmlns:a16="http://schemas.microsoft.com/office/drawing/2014/main" id="{2E7C5462-00D0-BACE-0EA1-3E7F9CE54646}"/>
              </a:ext>
            </a:extLst>
          </p:cNvPr>
          <p:cNvSpPr/>
          <p:nvPr/>
        </p:nvSpPr>
        <p:spPr>
          <a:xfrm>
            <a:off x="4956684" y="2249949"/>
            <a:ext cx="900000" cy="900000"/>
          </a:xfrm>
          <a:prstGeom prst="rect">
            <a:avLst/>
          </a:prstGeom>
          <a:solidFill>
            <a:schemeClr val="accent4"/>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solidFill>
                  <a:srgbClr val="FFFFFF"/>
                </a:solidFill>
              </a:rPr>
              <a:t>R:</a:t>
            </a:r>
            <a:r>
              <a:rPr lang="en-US" sz="1400">
                <a:solidFill>
                  <a:srgbClr val="FFFFFF"/>
                </a:solidFill>
              </a:rPr>
              <a:t>83</a:t>
            </a:r>
          </a:p>
          <a:p>
            <a:pPr lvl="0" algn="ctr">
              <a:lnSpc>
                <a:spcPct val="110000"/>
              </a:lnSpc>
              <a:defRPr/>
            </a:pPr>
            <a:r>
              <a:rPr lang="en-US" sz="1400" b="1">
                <a:solidFill>
                  <a:srgbClr val="FFFFFF"/>
                </a:solidFill>
              </a:rPr>
              <a:t>G:</a:t>
            </a:r>
            <a:r>
              <a:rPr lang="en-US" sz="1400">
                <a:solidFill>
                  <a:srgbClr val="FFFFFF"/>
                </a:solidFill>
              </a:rPr>
              <a:t>0</a:t>
            </a:r>
          </a:p>
          <a:p>
            <a:pPr lvl="0" algn="ctr">
              <a:lnSpc>
                <a:spcPct val="110000"/>
              </a:lnSpc>
              <a:defRPr/>
            </a:pPr>
            <a:r>
              <a:rPr lang="en-US" sz="1400" b="1">
                <a:solidFill>
                  <a:srgbClr val="FFFFFF"/>
                </a:solidFill>
              </a:rPr>
              <a:t>B:</a:t>
            </a:r>
            <a:r>
              <a:rPr lang="en-US" sz="1400">
                <a:solidFill>
                  <a:srgbClr val="FFFFFF"/>
                </a:solidFill>
              </a:rPr>
              <a:t>219</a:t>
            </a:r>
          </a:p>
        </p:txBody>
      </p:sp>
      <p:sp>
        <p:nvSpPr>
          <p:cNvPr id="10" name="Rectangle 9">
            <a:extLst>
              <a:ext uri="{FF2B5EF4-FFF2-40B4-BE49-F238E27FC236}">
                <a16:creationId xmlns:a16="http://schemas.microsoft.com/office/drawing/2014/main" id="{0A7F340F-E4CC-FB53-DCD0-269D1CF2B5BD}"/>
              </a:ext>
            </a:extLst>
          </p:cNvPr>
          <p:cNvSpPr/>
          <p:nvPr/>
        </p:nvSpPr>
        <p:spPr>
          <a:xfrm>
            <a:off x="2097370" y="4307350"/>
            <a:ext cx="900000" cy="900000"/>
          </a:xfrm>
          <a:prstGeom prst="rect">
            <a:avLst/>
          </a:prstGeom>
          <a:solidFill>
            <a:schemeClr val="accent5"/>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t>R:</a:t>
            </a:r>
            <a:r>
              <a:rPr lang="en-US" sz="1400"/>
              <a:t>254</a:t>
            </a:r>
          </a:p>
          <a:p>
            <a:pPr lvl="0" algn="ctr">
              <a:lnSpc>
                <a:spcPct val="110000"/>
              </a:lnSpc>
              <a:defRPr/>
            </a:pPr>
            <a:r>
              <a:rPr lang="en-US" sz="1400" b="1"/>
              <a:t>G:</a:t>
            </a:r>
            <a:r>
              <a:rPr lang="en-US" sz="1400"/>
              <a:t>208</a:t>
            </a:r>
          </a:p>
          <a:p>
            <a:pPr lvl="0" algn="ctr">
              <a:lnSpc>
                <a:spcPct val="110000"/>
              </a:lnSpc>
              <a:defRPr/>
            </a:pPr>
            <a:r>
              <a:rPr lang="en-US" sz="1400" b="1"/>
              <a:t>B:</a:t>
            </a:r>
            <a:r>
              <a:rPr lang="en-US" sz="1400"/>
              <a:t>56</a:t>
            </a:r>
          </a:p>
        </p:txBody>
      </p:sp>
      <p:sp>
        <p:nvSpPr>
          <p:cNvPr id="11" name="Rectangle 10">
            <a:extLst>
              <a:ext uri="{FF2B5EF4-FFF2-40B4-BE49-F238E27FC236}">
                <a16:creationId xmlns:a16="http://schemas.microsoft.com/office/drawing/2014/main" id="{EA6DD2E3-001A-A6EA-0812-85B2CC982F9E}"/>
              </a:ext>
            </a:extLst>
          </p:cNvPr>
          <p:cNvSpPr/>
          <p:nvPr/>
        </p:nvSpPr>
        <p:spPr>
          <a:xfrm>
            <a:off x="3527027" y="4307350"/>
            <a:ext cx="900000" cy="900000"/>
          </a:xfrm>
          <a:prstGeom prst="rect">
            <a:avLst/>
          </a:prstGeom>
          <a:solidFill>
            <a:schemeClr val="accent6"/>
          </a:solidFill>
          <a:ln>
            <a:noFill/>
            <a:tailEnd type="none"/>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lvl="0" algn="ctr">
              <a:lnSpc>
                <a:spcPct val="110000"/>
              </a:lnSpc>
              <a:defRPr/>
            </a:pPr>
            <a:r>
              <a:rPr lang="en-US" sz="1400" b="1"/>
              <a:t>R:</a:t>
            </a:r>
            <a:r>
              <a:rPr lang="en-US" sz="1400"/>
              <a:t>72</a:t>
            </a:r>
          </a:p>
          <a:p>
            <a:pPr lvl="0" algn="ctr">
              <a:lnSpc>
                <a:spcPct val="110000"/>
              </a:lnSpc>
              <a:defRPr/>
            </a:pPr>
            <a:r>
              <a:rPr lang="en-US" sz="1400" b="1"/>
              <a:t>G:</a:t>
            </a:r>
            <a:r>
              <a:rPr lang="en-US" sz="1400"/>
              <a:t>232</a:t>
            </a:r>
          </a:p>
          <a:p>
            <a:pPr lvl="0" algn="ctr">
              <a:lnSpc>
                <a:spcPct val="110000"/>
              </a:lnSpc>
              <a:defRPr/>
            </a:pPr>
            <a:r>
              <a:rPr lang="en-US" sz="1400" b="1"/>
              <a:t>B:</a:t>
            </a:r>
            <a:r>
              <a:rPr lang="en-US" sz="1400"/>
              <a:t>74</a:t>
            </a:r>
          </a:p>
        </p:txBody>
      </p:sp>
      <p:sp>
        <p:nvSpPr>
          <p:cNvPr id="12" name="TextBox 11">
            <a:extLst>
              <a:ext uri="{FF2B5EF4-FFF2-40B4-BE49-F238E27FC236}">
                <a16:creationId xmlns:a16="http://schemas.microsoft.com/office/drawing/2014/main" id="{EE9F67A3-758E-75AA-E2B2-83F1F7F0AEEC}"/>
              </a:ext>
            </a:extLst>
          </p:cNvPr>
          <p:cNvSpPr txBox="1"/>
          <p:nvPr/>
        </p:nvSpPr>
        <p:spPr>
          <a:xfrm>
            <a:off x="667713" y="1650650"/>
            <a:ext cx="1147750" cy="374718"/>
          </a:xfrm>
          <a:prstGeom prst="rect">
            <a:avLst/>
          </a:prstGeom>
          <a:noFill/>
          <a:ln>
            <a:noFill/>
          </a:ln>
        </p:spPr>
        <p:txBody>
          <a:bodyPr wrap="none" lIns="0" tIns="0" rIns="0" bIns="0" rtlCol="0">
            <a:spAutoFit/>
          </a:bodyPr>
          <a:lstStyle/>
          <a:p>
            <a:pPr marL="0" indent="0" algn="l">
              <a:lnSpc>
                <a:spcPct val="110000"/>
              </a:lnSpc>
              <a:spcBef>
                <a:spcPts val="400"/>
              </a:spcBef>
              <a:spcAft>
                <a:spcPts val="400"/>
              </a:spcAft>
              <a:buClr>
                <a:schemeClr val="bg2"/>
              </a:buClr>
              <a:buFont typeface="Arial" panose="020B0604020202020204" pitchFamily="34" charset="0"/>
              <a:buNone/>
            </a:pPr>
            <a:r>
              <a:rPr lang="en-US" sz="2400" b="1">
                <a:solidFill>
                  <a:schemeClr val="bg1"/>
                </a:solidFill>
              </a:rPr>
              <a:t>Primary</a:t>
            </a:r>
          </a:p>
        </p:txBody>
      </p:sp>
      <p:sp>
        <p:nvSpPr>
          <p:cNvPr id="13" name="TextBox 12">
            <a:extLst>
              <a:ext uri="{FF2B5EF4-FFF2-40B4-BE49-F238E27FC236}">
                <a16:creationId xmlns:a16="http://schemas.microsoft.com/office/drawing/2014/main" id="{9A837755-E25F-1DC2-4C3B-60D8690AB1A3}"/>
              </a:ext>
            </a:extLst>
          </p:cNvPr>
          <p:cNvSpPr txBox="1"/>
          <p:nvPr/>
        </p:nvSpPr>
        <p:spPr>
          <a:xfrm>
            <a:off x="667713" y="3743060"/>
            <a:ext cx="1574149" cy="374718"/>
          </a:xfrm>
          <a:prstGeom prst="rect">
            <a:avLst/>
          </a:prstGeom>
          <a:noFill/>
          <a:ln>
            <a:noFill/>
          </a:ln>
        </p:spPr>
        <p:txBody>
          <a:bodyPr wrap="none" lIns="0" tIns="0" rIns="0" bIns="0" rtlCol="0">
            <a:spAutoFit/>
          </a:bodyPr>
          <a:lstStyle/>
          <a:p>
            <a:pPr>
              <a:lnSpc>
                <a:spcPct val="110000"/>
              </a:lnSpc>
              <a:spcBef>
                <a:spcPts val="400"/>
              </a:spcBef>
              <a:spcAft>
                <a:spcPts val="400"/>
              </a:spcAft>
              <a:buClr>
                <a:schemeClr val="bg2"/>
              </a:buClr>
            </a:pPr>
            <a:r>
              <a:rPr lang="en-US" sz="2400" b="1">
                <a:solidFill>
                  <a:schemeClr val="bg1"/>
                </a:solidFill>
              </a:rPr>
              <a:t>Secondary</a:t>
            </a:r>
          </a:p>
        </p:txBody>
      </p:sp>
      <p:cxnSp>
        <p:nvCxnSpPr>
          <p:cNvPr id="14" name="Straight Connector 13">
            <a:extLst>
              <a:ext uri="{FF2B5EF4-FFF2-40B4-BE49-F238E27FC236}">
                <a16:creationId xmlns:a16="http://schemas.microsoft.com/office/drawing/2014/main" id="{07C6C48B-E8A1-5C37-E506-D75BA4B3A657}"/>
              </a:ext>
            </a:extLst>
          </p:cNvPr>
          <p:cNvCxnSpPr>
            <a:cxnSpLocks/>
          </p:cNvCxnSpPr>
          <p:nvPr/>
        </p:nvCxnSpPr>
        <p:spPr>
          <a:xfrm>
            <a:off x="1956416" y="1838009"/>
            <a:ext cx="3900268" cy="0"/>
          </a:xfrm>
          <a:prstGeom prst="line">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8EEF5D-1C81-583C-E9A4-F6F7515F0F91}"/>
              </a:ext>
            </a:extLst>
          </p:cNvPr>
          <p:cNvCxnSpPr>
            <a:cxnSpLocks/>
          </p:cNvCxnSpPr>
          <p:nvPr/>
        </p:nvCxnSpPr>
        <p:spPr>
          <a:xfrm>
            <a:off x="2341215" y="3930419"/>
            <a:ext cx="2085812" cy="0"/>
          </a:xfrm>
          <a:prstGeom prst="line">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081356"/>
      </p:ext>
    </p:extLst>
  </p:cSld>
  <p:clrMapOvr>
    <a:masterClrMapping/>
  </p:clrMapOvr>
</p:sld>
</file>

<file path=ppt/theme/theme1.xml><?xml version="1.0" encoding="utf-8"?>
<a:theme xmlns:a="http://schemas.openxmlformats.org/drawingml/2006/main" name="Orion Innovation 2026 Q2">
  <a:themeElements>
    <a:clrScheme name="Custom 1">
      <a:dk1>
        <a:srgbClr val="000000"/>
      </a:dk1>
      <a:lt1>
        <a:srgbClr val="FFFFFF"/>
      </a:lt1>
      <a:dk2>
        <a:srgbClr val="0283FF"/>
      </a:dk2>
      <a:lt2>
        <a:srgbClr val="D5D5D5"/>
      </a:lt2>
      <a:accent1>
        <a:srgbClr val="2ACCFF"/>
      </a:accent1>
      <a:accent2>
        <a:srgbClr val="7F19BE"/>
      </a:accent2>
      <a:accent3>
        <a:srgbClr val="FE2579"/>
      </a:accent3>
      <a:accent4>
        <a:srgbClr val="5300DB"/>
      </a:accent4>
      <a:accent5>
        <a:srgbClr val="FED038"/>
      </a:accent5>
      <a:accent6>
        <a:srgbClr val="48E84A"/>
      </a:accent6>
      <a:hlink>
        <a:srgbClr val="0084FF"/>
      </a:hlink>
      <a:folHlink>
        <a:srgbClr val="3EC4E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CE3E8"/>
        </a:solidFill>
        <a:ln>
          <a:noFill/>
          <a:tailEnd type="none"/>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l">
          <a:lnSpc>
            <a:spcPct val="110000"/>
          </a:lnSpc>
          <a:defRPr sz="1000" b="1" dirty="0" smtClean="0">
            <a:solidFill>
              <a:schemeClr val="tx1"/>
            </a:solidFill>
            <a:effectLst/>
          </a:defRPr>
        </a:defPPr>
      </a:lstStyle>
      <a:style>
        <a:lnRef idx="1">
          <a:schemeClr val="accent1"/>
        </a:lnRef>
        <a:fillRef idx="0">
          <a:schemeClr val="accent1"/>
        </a:fillRef>
        <a:effectRef idx="0">
          <a:schemeClr val="accent1"/>
        </a:effectRef>
        <a:fontRef idx="minor">
          <a:schemeClr val="tx1"/>
        </a:fontRef>
      </a:style>
    </a:spDef>
    <a:lnDef>
      <a:spPr>
        <a:ln>
          <a:solidFill>
            <a:schemeClr val="tx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36000" tIns="36000" rIns="36000" bIns="36000" rtlCol="0">
        <a:spAutoFit/>
      </a:bodyPr>
      <a:lstStyle>
        <a:defPPr marL="183600" indent="-183600" algn="l">
          <a:lnSpc>
            <a:spcPct val="110000"/>
          </a:lnSpc>
          <a:spcBef>
            <a:spcPts val="400"/>
          </a:spcBef>
          <a:spcAft>
            <a:spcPts val="400"/>
          </a:spcAft>
          <a:buClr>
            <a:schemeClr val="bg2"/>
          </a:buClr>
          <a:buFont typeface="Arial" panose="020B0604020202020204" pitchFamily="34" charset="0"/>
          <a:buChar char="•"/>
          <a:defRPr sz="1200" dirty="0"/>
        </a:defPPr>
      </a:lstStyle>
    </a:txDef>
  </a:objectDefaults>
  <a:extraClrSchemeLst/>
  <a:extLst>
    <a:ext uri="{05A4C25C-085E-4340-85A3-A5531E510DB2}">
      <thm15:themeFamily xmlns:thm15="http://schemas.microsoft.com/office/thememl/2012/main" name="Orion Innovation 2025" id="{199926F3-F314-1646-84C3-A3441F686DB8}" vid="{DEFB32A1-EE74-C24D-8093-ED971E6474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5d1f120-0a15-4527-b7f6-5161c5c2159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5FE873E29E64DB56982258F3E0522" ma:contentTypeVersion="12" ma:contentTypeDescription="Create a new document." ma:contentTypeScope="" ma:versionID="e73da9dc670ce61c4b27620f5ceecb8f">
  <xsd:schema xmlns:xsd="http://www.w3.org/2001/XMLSchema" xmlns:xs="http://www.w3.org/2001/XMLSchema" xmlns:p="http://schemas.microsoft.com/office/2006/metadata/properties" xmlns:ns3="15d1f120-0a15-4527-b7f6-5161c5c21597" targetNamespace="http://schemas.microsoft.com/office/2006/metadata/properties" ma:root="true" ma:fieldsID="1fcf99ee2c82c01c26ba439bc53d9385" ns3:_="">
    <xsd:import namespace="15d1f120-0a15-4527-b7f6-5161c5c2159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1f120-0a15-4527-b7f6-5161c5c2159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830519-BCC5-47D9-B3C0-0E48D727637D}">
  <ds:schemaRefs>
    <ds:schemaRef ds:uri="15d1f120-0a15-4527-b7f6-5161c5c2159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1928388-827E-417D-A9EC-1E4398CC2B14}">
  <ds:schemaRefs>
    <ds:schemaRef ds:uri="http://schemas.microsoft.com/sharepoint/v3/contenttype/forms"/>
  </ds:schemaRefs>
</ds:datastoreItem>
</file>

<file path=customXml/itemProps3.xml><?xml version="1.0" encoding="utf-8"?>
<ds:datastoreItem xmlns:ds="http://schemas.openxmlformats.org/officeDocument/2006/customXml" ds:itemID="{0EE53047-0C68-4513-BD90-36FFCA7892BD}">
  <ds:schemaRefs>
    <ds:schemaRef ds:uri="15d1f120-0a15-4527-b7f6-5161c5c215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11</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Orion Innovation 2026 Q2</vt:lpstr>
      <vt:lpstr>PowerPoint Presentation</vt:lpstr>
      <vt:lpstr>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Colour Palette as per Orion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Sankarankutty Menon</dc:creator>
  <cp:revision>4</cp:revision>
  <dcterms:created xsi:type="dcterms:W3CDTF">2026-01-20T15:10:32Z</dcterms:created>
  <dcterms:modified xsi:type="dcterms:W3CDTF">2026-09-08T07:55:53Z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0x01010042D5FE873E29E64DB56982258F3E0522</vt:lpwstr>
  </property>
</Properties>
</file>