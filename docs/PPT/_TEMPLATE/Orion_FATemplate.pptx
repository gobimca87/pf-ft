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948AD9-B8F4-A70C-7DDC-1E1556ECAE4E}" v="2" dt="2026-08-06T12:20:33.150"/>
    <p1510:client id="{7F375FFF-E84D-3631-D388-F5B5C76602FD}" v="4" dt="2026-08-06T13:01:42.9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7376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f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727" y="277368"/>
            <a:ext cx="658368" cy="10332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6446520"/>
            <a:ext cx="1243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874520" y="301752"/>
            <a:ext cx="7461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50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 &amp; PCP  ·  RED SQUAD SANITY PACK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451592" y="3017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1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874520" y="566928"/>
            <a:ext cx="9948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AUTOMATION: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874520" y="969264"/>
            <a:ext cx="9948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50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SANITY TEST COVERAGE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874520" y="1389888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sanity suite → API automation progress, using Postman &amp; Newman Tool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874520" y="1847088"/>
            <a:ext cx="1880006" cy="77724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874520" y="1955902"/>
            <a:ext cx="188000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103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920240" y="2344522"/>
            <a:ext cx="1788566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SCENARIOS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891686" y="1847088"/>
            <a:ext cx="1880006" cy="77724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3891686" y="1955902"/>
            <a:ext cx="188000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937406" y="2344522"/>
            <a:ext cx="1788566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AUTOMATED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908853" y="1847088"/>
            <a:ext cx="1880006" cy="77724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908853" y="1955902"/>
            <a:ext cx="188000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5954573" y="2344522"/>
            <a:ext cx="1788566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MANUAL-ONLY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926019" y="1847088"/>
            <a:ext cx="1880006" cy="77724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7926019" y="1955902"/>
            <a:ext cx="188000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89%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7971739" y="2344522"/>
            <a:ext cx="1788566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OVERALL, API COVERAGE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9943186" y="1847088"/>
            <a:ext cx="1880006" cy="77724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9943186" y="1955902"/>
            <a:ext cx="188000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10m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9988906" y="2344522"/>
            <a:ext cx="1788566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874520" y="2825496"/>
            <a:ext cx="9948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BREAKDOWN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1874520" y="3136392"/>
            <a:ext cx="4860036" cy="123444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2075688" y="3337560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C7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2404872" y="3291840"/>
            <a:ext cx="34518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&amp; YELLOW CARDS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5664708" y="3282696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FFC7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5664708" y="328269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2404872" y="3602736"/>
            <a:ext cx="34518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Field 28/31  ·  Off Field 25/27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2075688" y="3858768"/>
            <a:ext cx="44577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of 39 automated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2075688" y="4078224"/>
            <a:ext cx="4457700" cy="91440"/>
          </a:xfrm>
          <a:prstGeom prst="roundRect">
            <a:avLst>
              <a:gd name="adj" fmla="val 50000"/>
            </a:avLst>
          </a:prstGeom>
          <a:solidFill>
            <a:srgbClr val="D9E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2075688" y="4078224"/>
            <a:ext cx="3771900" cy="91440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6963156" y="3136392"/>
            <a:ext cx="4860036" cy="123444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3"/>
          <p:cNvSpPr/>
          <p:nvPr/>
        </p:nvSpPr>
        <p:spPr>
          <a:xfrm>
            <a:off x="7164324" y="3337560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D500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7493508" y="3291840"/>
            <a:ext cx="34518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MISCONDUCTS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10753344" y="3282696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D500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10753344" y="328269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7493508" y="3602736"/>
            <a:ext cx="34518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Cautions · Sending Off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7164324" y="3858768"/>
            <a:ext cx="44577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of 58 automated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7164324" y="4078224"/>
            <a:ext cx="4457700" cy="91440"/>
          </a:xfrm>
          <a:prstGeom prst="roundRect">
            <a:avLst>
              <a:gd name="adj" fmla="val 50000"/>
            </a:avLst>
          </a:prstGeom>
          <a:solidFill>
            <a:srgbClr val="D9E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0"/>
          <p:cNvSpPr/>
          <p:nvPr/>
        </p:nvSpPr>
        <p:spPr>
          <a:xfrm>
            <a:off x="7164324" y="4078224"/>
            <a:ext cx="4073416" cy="91440"/>
          </a:xfrm>
          <a:prstGeom prst="roundRect">
            <a:avLst>
              <a:gd name="adj" fmla="val 50000"/>
            </a:avLst>
          </a:prstGeom>
          <a:solidFill>
            <a:srgbClr val="D500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/>
          <p:nvPr/>
        </p:nvSpPr>
        <p:spPr>
          <a:xfrm>
            <a:off x="1874520" y="4590288"/>
            <a:ext cx="48600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AUTOMATED (POSTMAN)</a:t>
            </a:r>
            <a:endParaRPr lang="en-US" sz="1350" dirty="0"/>
          </a:p>
        </p:txBody>
      </p:sp>
      <p:sp>
        <p:nvSpPr>
          <p:cNvPr id="45" name="Shape 42"/>
          <p:cNvSpPr/>
          <p:nvPr/>
        </p:nvSpPr>
        <p:spPr>
          <a:xfrm>
            <a:off x="1874520" y="492861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FFC7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3"/>
          <p:cNvSpPr/>
          <p:nvPr/>
        </p:nvSpPr>
        <p:spPr>
          <a:xfrm>
            <a:off x="2130552" y="4901184"/>
            <a:ext cx="4604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Misconducts — Payments &amp; five-year history reports (On/Off Field) — 5 scenarios</a:t>
            </a:r>
            <a:endParaRPr lang="en-US" sz="1150" dirty="0"/>
          </a:p>
        </p:txBody>
      </p:sp>
      <p:sp>
        <p:nvSpPr>
          <p:cNvPr id="47" name="Shape 44"/>
          <p:cNvSpPr/>
          <p:nvPr/>
        </p:nvSpPr>
        <p:spPr>
          <a:xfrm>
            <a:off x="1874520" y="556869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FFC7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2130552" y="5541264"/>
            <a:ext cx="4604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&amp; Yellow — Evidence edit/delete, bulk evidence download</a:t>
            </a:r>
            <a:endParaRPr lang="en-US" sz="1150" dirty="0"/>
          </a:p>
        </p:txBody>
      </p:sp>
      <p:sp>
        <p:nvSpPr>
          <p:cNvPr id="49" name="Shape 46"/>
          <p:cNvSpPr/>
          <p:nvPr/>
        </p:nvSpPr>
        <p:spPr>
          <a:xfrm>
            <a:off x="1874520" y="620877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FFC7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7"/>
          <p:cNvSpPr/>
          <p:nvPr/>
        </p:nvSpPr>
        <p:spPr>
          <a:xfrm>
            <a:off x="2130552" y="6181344"/>
            <a:ext cx="4604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&amp; Yellow — Export, listing filters, five-year history report</a:t>
            </a:r>
            <a:endParaRPr lang="en-US" sz="1150" dirty="0"/>
          </a:p>
        </p:txBody>
      </p:sp>
      <p:sp>
        <p:nvSpPr>
          <p:cNvPr id="51" name="Shape 48"/>
          <p:cNvSpPr/>
          <p:nvPr/>
        </p:nvSpPr>
        <p:spPr>
          <a:xfrm>
            <a:off x="6963156" y="4572000"/>
            <a:ext cx="4860036" cy="2286000"/>
          </a:xfrm>
          <a:prstGeom prst="roundRect">
            <a:avLst>
              <a:gd name="adj" fmla="val 2308"/>
            </a:avLst>
          </a:prstGeom>
          <a:solidFill>
            <a:srgbClr val="011E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49"/>
          <p:cNvSpPr/>
          <p:nvPr/>
        </p:nvSpPr>
        <p:spPr>
          <a:xfrm>
            <a:off x="7182612" y="4736592"/>
            <a:ext cx="4421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SUITE: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SQUAD Sanity Checklist
</a:t>
            </a:r>
            <a:r>
              <a:rPr lang="en-US" sz="10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Yokesh NK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7182612" y="5138928"/>
            <a:ext cx="44211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TOOL</a:t>
            </a:r>
            <a:endParaRPr lang="en-US" sz="950" dirty="0"/>
          </a:p>
        </p:txBody>
      </p:sp>
      <p:sp>
        <p:nvSpPr>
          <p:cNvPr id="54" name="Text 51"/>
          <p:cNvSpPr/>
          <p:nvPr/>
        </p:nvSpPr>
        <p:spPr>
          <a:xfrm>
            <a:off x="7182612" y="5358384"/>
            <a:ext cx="44211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+ Newman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7182612" y="5669280"/>
            <a:ext cx="44211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INTEGRATION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7182612" y="5888736"/>
            <a:ext cx="44211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Pipeline 1   |   Release Pipeline 2</a:t>
            </a:r>
            <a:endParaRPr lang="en-US" sz="1100" dirty="0"/>
          </a:p>
        </p:txBody>
      </p:sp>
      <p:sp>
        <p:nvSpPr>
          <p:cNvPr id="57" name="Text 54"/>
          <p:cNvSpPr/>
          <p:nvPr/>
        </p:nvSpPr>
        <p:spPr>
          <a:xfrm>
            <a:off x="7182612" y="6199632"/>
            <a:ext cx="44211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DOCUMENT</a:t>
            </a:r>
            <a:endParaRPr lang="en-US" sz="950" dirty="0"/>
          </a:p>
        </p:txBody>
      </p:sp>
      <p:sp>
        <p:nvSpPr>
          <p:cNvPr id="58" name="Text 55"/>
          <p:cNvSpPr/>
          <p:nvPr/>
        </p:nvSpPr>
        <p:spPr>
          <a:xfrm>
            <a:off x="7182612" y="6419088"/>
            <a:ext cx="44211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Orion_Sports_FA_UI Automation_TestCases.xlsx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f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085" y="351687"/>
            <a:ext cx="658368" cy="10332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6446520"/>
            <a:ext cx="1243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874520" y="301752"/>
            <a:ext cx="7461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50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 &amp; PCP  ·  RED SQUAD SANITY PACK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451592" y="3017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1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874520" y="566928"/>
            <a:ext cx="9948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AUTOMATION: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874520" y="969264"/>
            <a:ext cx="9948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50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SANITY TEST COVERAGE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874520" y="1389888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sanity suite → UI automation progress, using Playwright + TypeScript (POM) Framework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874520" y="1847088"/>
            <a:ext cx="1880006" cy="77724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874520" y="1955902"/>
            <a:ext cx="188000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103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920240" y="2344522"/>
            <a:ext cx="1788566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SCENARIOS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891686" y="1847088"/>
            <a:ext cx="1880006" cy="77724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3891686" y="1955902"/>
            <a:ext cx="188000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50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937406" y="2344522"/>
            <a:ext cx="1788566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AUTOMATED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908853" y="1847088"/>
            <a:ext cx="1880006" cy="77724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908853" y="1955902"/>
            <a:ext cx="188000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5954573" y="2344522"/>
            <a:ext cx="1788566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MANUAL-ONLY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926019" y="1847088"/>
            <a:ext cx="1880006" cy="77724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7926019" y="1955902"/>
            <a:ext cx="188000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50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7971739" y="2344522"/>
            <a:ext cx="1788566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UI COVERAGE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9943186" y="1847088"/>
            <a:ext cx="1880006" cy="77724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9943186" y="1955902"/>
            <a:ext cx="188000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25m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9988906" y="2344522"/>
            <a:ext cx="1788566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874520" y="2825496"/>
            <a:ext cx="9948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BREAKDOWN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1874520" y="3136392"/>
            <a:ext cx="4860036" cy="123444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2075688" y="3337560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C7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2404872" y="3291840"/>
            <a:ext cx="34518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&amp; YELLOW CARDS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5664708" y="3282696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FFC7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5664708" y="328269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2404872" y="3602736"/>
            <a:ext cx="34518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Cautions · Sending Off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2075688" y="3858768"/>
            <a:ext cx="44577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of 45 automated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2075688" y="4078224"/>
            <a:ext cx="4457700" cy="91440"/>
          </a:xfrm>
          <a:prstGeom prst="roundRect">
            <a:avLst>
              <a:gd name="adj" fmla="val 50000"/>
            </a:avLst>
          </a:prstGeom>
          <a:solidFill>
            <a:srgbClr val="D9E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2075688" y="4078224"/>
            <a:ext cx="3764280" cy="91440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6963156" y="3136392"/>
            <a:ext cx="4860036" cy="123444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3"/>
          <p:cNvSpPr/>
          <p:nvPr/>
        </p:nvSpPr>
        <p:spPr>
          <a:xfrm>
            <a:off x="7164324" y="3337560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D500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7493508" y="3291840"/>
            <a:ext cx="34518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MISCONDUCTS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10753344" y="3282696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D500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10753344" y="328269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86%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7493508" y="3602736"/>
            <a:ext cx="34518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Field &amp; Off Field case workflows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7164324" y="3858768"/>
            <a:ext cx="44577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of 58 automated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7164324" y="4078224"/>
            <a:ext cx="4457700" cy="91440"/>
          </a:xfrm>
          <a:prstGeom prst="roundRect">
            <a:avLst>
              <a:gd name="adj" fmla="val 50000"/>
            </a:avLst>
          </a:prstGeom>
          <a:solidFill>
            <a:srgbClr val="D9E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0"/>
          <p:cNvSpPr/>
          <p:nvPr/>
        </p:nvSpPr>
        <p:spPr>
          <a:xfrm>
            <a:off x="7164324" y="4078224"/>
            <a:ext cx="3842845" cy="91440"/>
          </a:xfrm>
          <a:prstGeom prst="roundRect">
            <a:avLst>
              <a:gd name="adj" fmla="val 50000"/>
            </a:avLst>
          </a:prstGeom>
          <a:solidFill>
            <a:srgbClr val="D500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/>
          <p:nvPr/>
        </p:nvSpPr>
        <p:spPr>
          <a:xfrm>
            <a:off x="1874520" y="4590288"/>
            <a:ext cx="48600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AUTOMATED (PLAYWRIGHT)</a:t>
            </a:r>
            <a:endParaRPr lang="en-US" sz="1350" dirty="0"/>
          </a:p>
        </p:txBody>
      </p:sp>
      <p:sp>
        <p:nvSpPr>
          <p:cNvPr id="45" name="Shape 42"/>
          <p:cNvSpPr/>
          <p:nvPr/>
        </p:nvSpPr>
        <p:spPr>
          <a:xfrm>
            <a:off x="1874520" y="492861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FFC7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3"/>
          <p:cNvSpPr/>
          <p:nvPr/>
        </p:nvSpPr>
        <p:spPr>
          <a:xfrm>
            <a:off x="2130552" y="4901184"/>
            <a:ext cx="4604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&amp; Yellow — FA/Club evidence downloads (individual &amp; bulk), decision letter preview/download</a:t>
            </a:r>
            <a:endParaRPr lang="en-US" sz="1150" dirty="0"/>
          </a:p>
        </p:txBody>
      </p:sp>
      <p:sp>
        <p:nvSpPr>
          <p:cNvPr id="47" name="Shape 44"/>
          <p:cNvSpPr/>
          <p:nvPr/>
        </p:nvSpPr>
        <p:spPr>
          <a:xfrm>
            <a:off x="1874520" y="556869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FFC7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2130552" y="5541264"/>
            <a:ext cx="4604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&amp; Yellow — Additional match category (Cat 2/4) &amp; five-year history — 3 scenarios</a:t>
            </a:r>
            <a:endParaRPr lang="en-US" sz="1150" dirty="0"/>
          </a:p>
        </p:txBody>
      </p:sp>
      <p:sp>
        <p:nvSpPr>
          <p:cNvPr id="49" name="Shape 46"/>
          <p:cNvSpPr/>
          <p:nvPr/>
        </p:nvSpPr>
        <p:spPr>
          <a:xfrm>
            <a:off x="1874520" y="620877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FFC7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7"/>
          <p:cNvSpPr/>
          <p:nvPr/>
        </p:nvSpPr>
        <p:spPr>
          <a:xfrm>
            <a:off x="2130552" y="6181344"/>
            <a:ext cx="4604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Misconducts — Remaining case workflow, payments &amp; five-year history reporting — 8 scenarios</a:t>
            </a:r>
            <a:endParaRPr lang="en-US" sz="1150" dirty="0"/>
          </a:p>
        </p:txBody>
      </p:sp>
      <p:sp>
        <p:nvSpPr>
          <p:cNvPr id="51" name="Shape 48"/>
          <p:cNvSpPr/>
          <p:nvPr/>
        </p:nvSpPr>
        <p:spPr>
          <a:xfrm>
            <a:off x="6963156" y="4572000"/>
            <a:ext cx="4860036" cy="2286000"/>
          </a:xfrm>
          <a:prstGeom prst="roundRect">
            <a:avLst>
              <a:gd name="adj" fmla="val 2308"/>
            </a:avLst>
          </a:prstGeom>
          <a:solidFill>
            <a:srgbClr val="011E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49"/>
          <p:cNvSpPr/>
          <p:nvPr/>
        </p:nvSpPr>
        <p:spPr>
          <a:xfrm>
            <a:off x="7182612" y="4736592"/>
            <a:ext cx="4421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SUITE: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Squad Sanity Checklist
</a:t>
            </a:r>
            <a:r>
              <a:rPr lang="en-US" sz="10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Yokesh NK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7182612" y="5201920"/>
            <a:ext cx="44211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TOOL</a:t>
            </a:r>
            <a:endParaRPr lang="en-US" sz="950" dirty="0"/>
          </a:p>
        </p:txBody>
      </p:sp>
      <p:sp>
        <p:nvSpPr>
          <p:cNvPr id="54" name="Text 51"/>
          <p:cNvSpPr/>
          <p:nvPr/>
        </p:nvSpPr>
        <p:spPr>
          <a:xfrm>
            <a:off x="7182612" y="5358384"/>
            <a:ext cx="44211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+ TypeScript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7182612" y="5715000"/>
            <a:ext cx="44211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INTEGRATION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7182612" y="5888736"/>
            <a:ext cx="44211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7182612" y="6199632"/>
            <a:ext cx="44211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DOCUMENT</a:t>
            </a:r>
            <a:endParaRPr lang="en-US" sz="950" dirty="0"/>
          </a:p>
        </p:txBody>
      </p:sp>
      <p:sp>
        <p:nvSpPr>
          <p:cNvPr id="58" name="Text 55"/>
          <p:cNvSpPr/>
          <p:nvPr/>
        </p:nvSpPr>
        <p:spPr>
          <a:xfrm>
            <a:off x="7182612" y="6419088"/>
            <a:ext cx="44211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Orion_Sports_FA_UI Automation_TestCases.xlsx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331</Words>
  <Application>Microsoft Office PowerPoint</Application>
  <PresentationFormat>Widescreen</PresentationFormat>
  <Paragraphs>74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Yokesh Kulasekaran</cp:lastModifiedBy>
  <cp:revision>10</cp:revision>
  <dcterms:created xsi:type="dcterms:W3CDTF">2026-08-06T08:59:30Z</dcterms:created>
  <dcterms:modified xsi:type="dcterms:W3CDTF">2026-09-08T09:07:06Z</dcterms:modified>
</cp:coreProperties>
</file>