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5"/>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ite Background" id="{47C7D9A1-B483-564F-90DC-40E90FE94FBA}">
          <p14:sldIdLst>
            <p14:sldId id="2076137493"/>
            <p14:sldId id="2076137508"/>
            <p14:sldId id="2076137510"/>
            <p14:sldId id="2076137509"/>
            <p14:sldId id="2076137498"/>
            <p14:sldId id="2076137499"/>
            <p14:sldId id="2076137504"/>
            <p14:sldId id="2076137506"/>
            <p14:sldId id="2076137492"/>
            <p14:sldId id="283"/>
            <p14:sldId id="2076137502"/>
          </p14:sldIdLst>
        </p14:section>
        <p14:section name="Black Background" id="{AE4A25D3-49D7-5B43-9FF8-BA2C3021CF5C}">
          <p14:sldIdLst>
            <p14:sldId id="2076137497"/>
            <p14:sldId id="2076137494"/>
            <p14:sldId id="2076137500"/>
            <p14:sldId id="2076137501"/>
            <p14:sldId id="2076137505"/>
            <p14:sldId id="2076137507"/>
            <p14:sldId id="2076137489"/>
            <p14:sldId id="274"/>
            <p14:sldId id="207613750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8E84A"/>
    <a:srgbClr val="FED038"/>
    <a:srgbClr val="FE2579"/>
    <a:srgbClr val="5300DB"/>
    <a:srgbClr val="7F19BE"/>
    <a:srgbClr val="2ACCFF"/>
    <a:srgbClr val="0283FF"/>
    <a:srgbClr val="0027C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84E6FB-0852-E5AF-097D-33BDB00319C8}" v="12" dt="2026-08-21T18:56:47.2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A76EA5-AA01-CF46-9942-B3D248EF91A4}" type="datetimeFigureOut">
              <a:rPr lang="en-US" smtClean="0"/>
              <a:t>9/8/2026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A67986-05CD-0948-B842-65071D871968}" type="slidenum">
              <a:rPr lang="en-US" smtClean="0"/>
              <a:t>‹#›</a:t>
            </a:fld>
            <a:endParaRPr lang="en-US"/>
          </a:p>
        </p:txBody>
      </p:sp>
    </p:spTree>
    <p:extLst>
      <p:ext uri="{BB962C8B-B14F-4D97-AF65-F5344CB8AC3E}">
        <p14:creationId xmlns:p14="http://schemas.microsoft.com/office/powerpoint/2010/main" val="9252942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platform models and moves information: the four separated states, the Enterprise Runtime Context (ERC), canonical identifiers, and the Redis-backed state/memory/cache stores. 13 ADRs in D4.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conflated in code. Enterprise business state is owned entirely by PFF; the AI holds only conversation, session and workflow state.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ERC is the contextual boundary between the enterprise and the AI. It is validated, versioned, provenanced and freshness-tracked — the second-highest trust source after live enterprise APIs/events.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 entity sets (100+ teams/officials) are gathered in controlled batches of ~20 and aggregated. Batch size is a tuned parameter (config/base/batching.yaml), not a blind maximum. This is core to both performance and cost (deck 08).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Partial ERC is a first-class, explicit state. Event-driven invalidation keeps context fresh without polling.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clean separation of authoritative data and knowledge, with canonical identifiers resolved from the enterprise — never fabricated.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uniform envelope carries status, provenance, freshness and typed error codes — the substrate for factual communication and consistent error handling.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state/session/cache store decision is Accepted: Azure Managed Redis. It backs conversation/session state, workflow checkpoints and cache.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Memory is policy-driven: retention, retrieval, ranking, summarization — with explicit protection for authoritative context.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Caching is authorization-aware and freshness-bounded. Global entries (reference/portal metadata) have an explicit scope. Never serve cached data across incompatible authorization contexts.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13 information-architecture ADRs — state separation, ERC lifecycle, identifiers, envelope, and the Redis-backed stores. None open in this domain.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information is typed, provenanced, freshness-bounded and authorization-aware end-to-end — ERC is the disciplined enterprise-context boundary.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3.svg"/><Relationship Id="rId4" Type="http://schemas.openxmlformats.org/officeDocument/2006/relationships/hyperlink" Target="https://www.orioninnovation.com/" TargetMode="External"/><Relationship Id="rId5" Type="http://schemas.openxmlformats.org/officeDocument/2006/relationships/hyperlink" Target="http://linkedin.com/company/orioninnovation" TargetMode="External"/><Relationship Id="rId6" Type="http://schemas.openxmlformats.org/officeDocument/2006/relationships/hyperlink" Target="http://www.instagram.com/orion.innovation" TargetMode="External"/><Relationship Id="rId7" Type="http://schemas.openxmlformats.org/officeDocument/2006/relationships/hyperlink" Target="https://x.com/CurrentlyOrion" TargetMode="External"/><Relationship Id="rId8" Type="http://schemas.openxmlformats.org/officeDocument/2006/relationships/image" Target="../media/image4.png"/><Relationship Id="rId9" Type="http://schemas.openxmlformats.org/officeDocument/2006/relationships/image" Target="../media/image5.jpeg"/><Relationship Id="rId10" Type="http://schemas.openxmlformats.org/officeDocument/2006/relationships/image" Target="../media/image6.png"/><Relationship Id="rId11"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3.svg"/><Relationship Id="rId4" Type="http://schemas.openxmlformats.org/officeDocument/2006/relationships/hyperlink" Target="http://www.orioninnovation.com/" TargetMode="External"/><Relationship Id="rId5" Type="http://schemas.openxmlformats.org/officeDocument/2006/relationships/hyperlink" Target="http://linkedin.com/company/orioninnovation" TargetMode="External"/><Relationship Id="rId6" Type="http://schemas.openxmlformats.org/officeDocument/2006/relationships/hyperlink" Target="http://www.instagram.com/orion.innovation" TargetMode="External"/><Relationship Id="rId7" Type="http://schemas.openxmlformats.org/officeDocument/2006/relationships/hyperlink" Target="https://x.com/CurrentlyOrion" TargetMode="External"/><Relationship Id="rId8" Type="http://schemas.openxmlformats.org/officeDocument/2006/relationships/image" Target="../media/image8.png"/><Relationship Id="rId9" Type="http://schemas.microsoft.com/office/2007/relationships/hdphoto" Target="../media/hdphoto1.wdp"/><Relationship Id="rId10" Type="http://schemas.openxmlformats.org/officeDocument/2006/relationships/image" Target="../media/image9.png"/><Relationship Id="rId11" Type="http://schemas.microsoft.com/office/2007/relationships/hdphoto" Target="../media/hdphoto2.wdp"/><Relationship Id="rId12" Type="http://schemas.openxmlformats.org/officeDocument/2006/relationships/image" Target="../media/image10.png"/><Relationship Id="rId13" Type="http://schemas.openxmlformats.org/officeDocument/2006/relationships/image" Target="../media/image11.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 Tidal - White">
    <p:bg>
      <p:bgPr>
        <a:solidFill>
          <a:schemeClr val="bg1"/>
        </a:solidFill>
        <a:effectLst/>
      </p:bgPr>
    </p:bg>
    <p:spTree>
      <p:nvGrpSpPr>
        <p:cNvPr id="1" name="Shape 9"/>
        <p:cNvGrpSpPr/>
        <p:nvPr/>
      </p:nvGrpSpPr>
      <p:grpSpPr>
        <a:xfrm>
          <a:off x="0" y="0"/>
          <a:ext cx="0" cy="0"/>
          <a:chOff x="0" y="0"/>
          <a:chExt cx="0" cy="0"/>
        </a:xfrm>
      </p:grpSpPr>
      <p:pic>
        <p:nvPicPr>
          <p:cNvPr id="5" name="Picture 4" descr="A rainbow colored spiral&#10;&#10;AI-generated content may be incorrect.">
            <a:extLst>
              <a:ext uri="{FF2B5EF4-FFF2-40B4-BE49-F238E27FC236}">
                <a16:creationId xmlns:a16="http://schemas.microsoft.com/office/drawing/2014/main" id="{C31497DC-9E48-8E84-1AD5-F534ADDF7D63}"/>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31" name="Shape 10"/>
          <p:cNvSpPr txBox="1">
            <a:spLocks noGrp="1"/>
          </p:cNvSpPr>
          <p:nvPr>
            <p:ph type="ctrTitle" hasCustomPrompt="1"/>
          </p:nvPr>
        </p:nvSpPr>
        <p:spPr>
          <a:xfrm>
            <a:off x="640080" y="2926080"/>
            <a:ext cx="6400800" cy="2739614"/>
          </a:xfrm>
          <a:prstGeom prst="rect">
            <a:avLst/>
          </a:prstGeom>
        </p:spPr>
        <p:txBody>
          <a:bodyPr lIns="0" tIns="0" rIns="0" bIns="0" anchor="b" anchorCtr="0">
            <a:noAutofit/>
          </a:bodyPr>
          <a:lstStyle>
            <a:lvl1pPr marR="0" lvl="0" algn="l" rtl="0">
              <a:lnSpc>
                <a:spcPct val="80000"/>
              </a:lnSpc>
              <a:spcBef>
                <a:spcPts val="0"/>
              </a:spcBef>
              <a:spcAft>
                <a:spcPts val="0"/>
              </a:spcAft>
              <a:buClr>
                <a:srgbClr val="FFFFFF"/>
              </a:buClr>
              <a:buSzPct val="100000"/>
              <a:buNone/>
              <a:defRPr lang="en-IN" sz="5400" b="1" i="0" u="none" strike="noStrike" cap="none" spc="-100" baseline="0" dirty="0">
                <a:solidFill>
                  <a:schemeClr val="tx1"/>
                </a:solidFill>
                <a:latin typeface="Arial" panose="020B0604020202020204" pitchFamily="34" charset="0"/>
                <a:ea typeface="Tahoma" panose="020B0604030504040204" pitchFamily="34" charset="0"/>
                <a:cs typeface="Arial" panose="020B0604020202020204" pitchFamily="34" charset="0"/>
                <a:sym typeface="Arial"/>
              </a:defRPr>
            </a:lvl1pPr>
            <a:lvl2pPr lvl="1" algn="ctr">
              <a:spcBef>
                <a:spcPts val="0"/>
              </a:spcBef>
              <a:buClr>
                <a:srgbClr val="FFFFFF"/>
              </a:buClr>
              <a:buSzPct val="100000"/>
              <a:defRPr sz="6400">
                <a:solidFill>
                  <a:srgbClr val="FFFFFF"/>
                </a:solidFill>
              </a:defRPr>
            </a:lvl2pPr>
            <a:lvl3pPr lvl="2" algn="ctr">
              <a:spcBef>
                <a:spcPts val="0"/>
              </a:spcBef>
              <a:buClr>
                <a:srgbClr val="FFFFFF"/>
              </a:buClr>
              <a:buSzPct val="100000"/>
              <a:defRPr sz="6400">
                <a:solidFill>
                  <a:srgbClr val="FFFFFF"/>
                </a:solidFill>
              </a:defRPr>
            </a:lvl3pPr>
            <a:lvl4pPr lvl="3" algn="ctr">
              <a:spcBef>
                <a:spcPts val="0"/>
              </a:spcBef>
              <a:buClr>
                <a:srgbClr val="FFFFFF"/>
              </a:buClr>
              <a:buSzPct val="100000"/>
              <a:defRPr sz="6400">
                <a:solidFill>
                  <a:srgbClr val="FFFFFF"/>
                </a:solidFill>
              </a:defRPr>
            </a:lvl4pPr>
            <a:lvl5pPr lvl="4" algn="ctr">
              <a:spcBef>
                <a:spcPts val="0"/>
              </a:spcBef>
              <a:buClr>
                <a:srgbClr val="FFFFFF"/>
              </a:buClr>
              <a:buSzPct val="100000"/>
              <a:defRPr sz="6400">
                <a:solidFill>
                  <a:srgbClr val="FFFFFF"/>
                </a:solidFill>
              </a:defRPr>
            </a:lvl5pPr>
            <a:lvl6pPr lvl="5" algn="ctr">
              <a:spcBef>
                <a:spcPts val="0"/>
              </a:spcBef>
              <a:buClr>
                <a:srgbClr val="FFFFFF"/>
              </a:buClr>
              <a:buSzPct val="100000"/>
              <a:defRPr sz="6400">
                <a:solidFill>
                  <a:srgbClr val="FFFFFF"/>
                </a:solidFill>
              </a:defRPr>
            </a:lvl6pPr>
            <a:lvl7pPr lvl="6" algn="ctr">
              <a:spcBef>
                <a:spcPts val="0"/>
              </a:spcBef>
              <a:buClr>
                <a:srgbClr val="FFFFFF"/>
              </a:buClr>
              <a:buSzPct val="100000"/>
              <a:defRPr sz="6400">
                <a:solidFill>
                  <a:srgbClr val="FFFFFF"/>
                </a:solidFill>
              </a:defRPr>
            </a:lvl7pPr>
            <a:lvl8pPr lvl="7" algn="ctr">
              <a:spcBef>
                <a:spcPts val="0"/>
              </a:spcBef>
              <a:buClr>
                <a:srgbClr val="FFFFFF"/>
              </a:buClr>
              <a:buSzPct val="100000"/>
              <a:defRPr sz="6400">
                <a:solidFill>
                  <a:srgbClr val="FFFFFF"/>
                </a:solidFill>
              </a:defRPr>
            </a:lvl8pPr>
            <a:lvl9pPr lvl="8" algn="ctr">
              <a:spcBef>
                <a:spcPts val="0"/>
              </a:spcBef>
              <a:buClr>
                <a:srgbClr val="FFFFFF"/>
              </a:buClr>
              <a:buSzPct val="100000"/>
              <a:defRPr sz="6400">
                <a:solidFill>
                  <a:srgbClr val="FFFFFF"/>
                </a:solidFill>
              </a:defRPr>
            </a:lvl9pPr>
          </a:lstStyle>
          <a:p>
            <a:r>
              <a:rPr lang="en-US"/>
              <a:t>Add a Title</a:t>
            </a:r>
            <a:endParaRPr lang="en-IN"/>
          </a:p>
        </p:txBody>
      </p:sp>
      <p:sp>
        <p:nvSpPr>
          <p:cNvPr id="13" name="Text Placeholder 16">
            <a:extLst>
              <a:ext uri="{FF2B5EF4-FFF2-40B4-BE49-F238E27FC236}">
                <a16:creationId xmlns:a16="http://schemas.microsoft.com/office/drawing/2014/main" id="{4D0F44B2-EB53-2D96-6B6F-D4A30D67762B}"/>
              </a:ext>
            </a:extLst>
          </p:cNvPr>
          <p:cNvSpPr>
            <a:spLocks noGrp="1"/>
          </p:cNvSpPr>
          <p:nvPr>
            <p:ph type="body" sz="quarter" idx="11" hasCustomPrompt="1"/>
          </p:nvPr>
        </p:nvSpPr>
        <p:spPr>
          <a:xfrm>
            <a:off x="640079" y="6035040"/>
            <a:ext cx="6400800" cy="182880"/>
          </a:xfrm>
          <a:prstGeom prst="rect">
            <a:avLst/>
          </a:prstGeom>
        </p:spPr>
        <p:txBody>
          <a:bodyPr lIns="0">
            <a:noAutofit/>
          </a:bodyPr>
          <a:lstStyle>
            <a:lvl1pPr marL="0" indent="0">
              <a:buNone/>
              <a:defRPr sz="1000" spc="200" baseline="0">
                <a:solidFill>
                  <a:schemeClr val="tx1"/>
                </a:solidFill>
              </a:defRPr>
            </a:lvl1pPr>
          </a:lstStyle>
          <a:p>
            <a:pPr lvl="0"/>
            <a:r>
              <a:rPr lang="en-US"/>
              <a:t>OPTIONAL TEXT</a:t>
            </a:r>
          </a:p>
        </p:txBody>
      </p:sp>
      <p:pic>
        <p:nvPicPr>
          <p:cNvPr id="18" name="Graphic 17">
            <a:extLst>
              <a:ext uri="{FF2B5EF4-FFF2-40B4-BE49-F238E27FC236}">
                <a16:creationId xmlns:a16="http://schemas.microsoft.com/office/drawing/2014/main" id="{5E78190D-6770-3FCB-BE18-AF4B96912A2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Tree>
    <p:extLst>
      <p:ext uri="{BB962C8B-B14F-4D97-AF65-F5344CB8AC3E}">
        <p14:creationId xmlns:p14="http://schemas.microsoft.com/office/powerpoint/2010/main" val="319418299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 Tidal - Black">
    <p:bg>
      <p:bgPr>
        <a:solidFill>
          <a:schemeClr val="bg1"/>
        </a:solidFill>
        <a:effectLst/>
      </p:bgPr>
    </p:bg>
    <p:spTree>
      <p:nvGrpSpPr>
        <p:cNvPr id="1" name="Shape 9"/>
        <p:cNvGrpSpPr/>
        <p:nvPr/>
      </p:nvGrpSpPr>
      <p:grpSpPr>
        <a:xfrm>
          <a:off x="0" y="0"/>
          <a:ext cx="0" cy="0"/>
          <a:chOff x="0" y="0"/>
          <a:chExt cx="0" cy="0"/>
        </a:xfrm>
      </p:grpSpPr>
      <p:pic>
        <p:nvPicPr>
          <p:cNvPr id="5" name="Picture 4" descr="A rainbow colored spiral&#10;&#10;AI-generated content may be incorrect.">
            <a:extLst>
              <a:ext uri="{FF2B5EF4-FFF2-40B4-BE49-F238E27FC236}">
                <a16:creationId xmlns:a16="http://schemas.microsoft.com/office/drawing/2014/main" id="{C31497DC-9E48-8E84-1AD5-F534ADDF7D63}"/>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31" name="Shape 10"/>
          <p:cNvSpPr txBox="1">
            <a:spLocks noGrp="1"/>
          </p:cNvSpPr>
          <p:nvPr>
            <p:ph type="ctrTitle" hasCustomPrompt="1"/>
          </p:nvPr>
        </p:nvSpPr>
        <p:spPr>
          <a:xfrm>
            <a:off x="640080" y="2926080"/>
            <a:ext cx="6400800" cy="2739614"/>
          </a:xfrm>
          <a:prstGeom prst="rect">
            <a:avLst/>
          </a:prstGeom>
        </p:spPr>
        <p:txBody>
          <a:bodyPr lIns="0" tIns="0" rIns="0" bIns="0" anchor="b" anchorCtr="0">
            <a:noAutofit/>
          </a:bodyPr>
          <a:lstStyle>
            <a:lvl1pPr marR="0" lvl="0" algn="l" rtl="0">
              <a:lnSpc>
                <a:spcPct val="80000"/>
              </a:lnSpc>
              <a:spcBef>
                <a:spcPts val="0"/>
              </a:spcBef>
              <a:spcAft>
                <a:spcPts val="0"/>
              </a:spcAft>
              <a:buClr>
                <a:srgbClr val="FFFFFF"/>
              </a:buClr>
              <a:buSzPct val="100000"/>
              <a:buNone/>
              <a:defRPr lang="en-IN" sz="5400" b="1" i="0" u="none" strike="noStrike" cap="none" spc="-150" baseline="0" dirty="0">
                <a:solidFill>
                  <a:schemeClr val="tx1"/>
                </a:solidFill>
                <a:latin typeface="Arial" panose="020B0604020202020204" pitchFamily="34" charset="0"/>
                <a:ea typeface="Tahoma" panose="020B0604030504040204" pitchFamily="34" charset="0"/>
                <a:cs typeface="Arial" panose="020B0604020202020204" pitchFamily="34" charset="0"/>
                <a:sym typeface="Arial"/>
              </a:defRPr>
            </a:lvl1pPr>
            <a:lvl2pPr lvl="1" algn="ctr">
              <a:spcBef>
                <a:spcPts val="0"/>
              </a:spcBef>
              <a:buClr>
                <a:srgbClr val="FFFFFF"/>
              </a:buClr>
              <a:buSzPct val="100000"/>
              <a:defRPr sz="6400">
                <a:solidFill>
                  <a:srgbClr val="FFFFFF"/>
                </a:solidFill>
              </a:defRPr>
            </a:lvl2pPr>
            <a:lvl3pPr lvl="2" algn="ctr">
              <a:spcBef>
                <a:spcPts val="0"/>
              </a:spcBef>
              <a:buClr>
                <a:srgbClr val="FFFFFF"/>
              </a:buClr>
              <a:buSzPct val="100000"/>
              <a:defRPr sz="6400">
                <a:solidFill>
                  <a:srgbClr val="FFFFFF"/>
                </a:solidFill>
              </a:defRPr>
            </a:lvl3pPr>
            <a:lvl4pPr lvl="3" algn="ctr">
              <a:spcBef>
                <a:spcPts val="0"/>
              </a:spcBef>
              <a:buClr>
                <a:srgbClr val="FFFFFF"/>
              </a:buClr>
              <a:buSzPct val="100000"/>
              <a:defRPr sz="6400">
                <a:solidFill>
                  <a:srgbClr val="FFFFFF"/>
                </a:solidFill>
              </a:defRPr>
            </a:lvl4pPr>
            <a:lvl5pPr lvl="4" algn="ctr">
              <a:spcBef>
                <a:spcPts val="0"/>
              </a:spcBef>
              <a:buClr>
                <a:srgbClr val="FFFFFF"/>
              </a:buClr>
              <a:buSzPct val="100000"/>
              <a:defRPr sz="6400">
                <a:solidFill>
                  <a:srgbClr val="FFFFFF"/>
                </a:solidFill>
              </a:defRPr>
            </a:lvl5pPr>
            <a:lvl6pPr lvl="5" algn="ctr">
              <a:spcBef>
                <a:spcPts val="0"/>
              </a:spcBef>
              <a:buClr>
                <a:srgbClr val="FFFFFF"/>
              </a:buClr>
              <a:buSzPct val="100000"/>
              <a:defRPr sz="6400">
                <a:solidFill>
                  <a:srgbClr val="FFFFFF"/>
                </a:solidFill>
              </a:defRPr>
            </a:lvl6pPr>
            <a:lvl7pPr lvl="6" algn="ctr">
              <a:spcBef>
                <a:spcPts val="0"/>
              </a:spcBef>
              <a:buClr>
                <a:srgbClr val="FFFFFF"/>
              </a:buClr>
              <a:buSzPct val="100000"/>
              <a:defRPr sz="6400">
                <a:solidFill>
                  <a:srgbClr val="FFFFFF"/>
                </a:solidFill>
              </a:defRPr>
            </a:lvl7pPr>
            <a:lvl8pPr lvl="7" algn="ctr">
              <a:spcBef>
                <a:spcPts val="0"/>
              </a:spcBef>
              <a:buClr>
                <a:srgbClr val="FFFFFF"/>
              </a:buClr>
              <a:buSzPct val="100000"/>
              <a:defRPr sz="6400">
                <a:solidFill>
                  <a:srgbClr val="FFFFFF"/>
                </a:solidFill>
              </a:defRPr>
            </a:lvl8pPr>
            <a:lvl9pPr lvl="8" algn="ctr">
              <a:spcBef>
                <a:spcPts val="0"/>
              </a:spcBef>
              <a:buClr>
                <a:srgbClr val="FFFFFF"/>
              </a:buClr>
              <a:buSzPct val="100000"/>
              <a:defRPr sz="6400">
                <a:solidFill>
                  <a:srgbClr val="FFFFFF"/>
                </a:solidFill>
              </a:defRPr>
            </a:lvl9pPr>
          </a:lstStyle>
          <a:p>
            <a:r>
              <a:rPr lang="en-US"/>
              <a:t>Click to add a Title</a:t>
            </a:r>
            <a:endParaRPr lang="en-IN"/>
          </a:p>
        </p:txBody>
      </p:sp>
      <p:pic>
        <p:nvPicPr>
          <p:cNvPr id="18" name="Graphic 17">
            <a:extLst>
              <a:ext uri="{FF2B5EF4-FFF2-40B4-BE49-F238E27FC236}">
                <a16:creationId xmlns:a16="http://schemas.microsoft.com/office/drawing/2014/main" id="{5E78190D-6770-3FCB-BE18-AF4B96912A2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2" name="Text Placeholder 16">
            <a:extLst>
              <a:ext uri="{FF2B5EF4-FFF2-40B4-BE49-F238E27FC236}">
                <a16:creationId xmlns:a16="http://schemas.microsoft.com/office/drawing/2014/main" id="{8C412269-B983-3073-A130-4CC9F5C2596A}"/>
              </a:ext>
            </a:extLst>
          </p:cNvPr>
          <p:cNvSpPr>
            <a:spLocks noGrp="1"/>
          </p:cNvSpPr>
          <p:nvPr>
            <p:ph type="body" sz="quarter" idx="12" hasCustomPrompt="1"/>
          </p:nvPr>
        </p:nvSpPr>
        <p:spPr>
          <a:xfrm>
            <a:off x="640080" y="5900570"/>
            <a:ext cx="6400800" cy="182880"/>
          </a:xfrm>
          <a:prstGeom prst="rect">
            <a:avLst/>
          </a:prstGeom>
        </p:spPr>
        <p:txBody>
          <a:bodyPr lIns="27432">
            <a:noAutofit/>
          </a:bodyPr>
          <a:lstStyle>
            <a:lvl1pPr marL="0" indent="0">
              <a:buNone/>
              <a:defRPr sz="1000" spc="200" baseline="0">
                <a:solidFill>
                  <a:schemeClr val="tx1"/>
                </a:solidFill>
              </a:defRPr>
            </a:lvl1pPr>
          </a:lstStyle>
          <a:p>
            <a:pPr lvl="0"/>
            <a:r>
              <a:rPr lang="en-US"/>
              <a:t>OPTIONAL TEXT</a:t>
            </a:r>
          </a:p>
        </p:txBody>
      </p:sp>
    </p:spTree>
    <p:extLst>
      <p:ext uri="{BB962C8B-B14F-4D97-AF65-F5344CB8AC3E}">
        <p14:creationId xmlns:p14="http://schemas.microsoft.com/office/powerpoint/2010/main" val="1312695694"/>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457200"/>
            <a:ext cx="10972800" cy="640080"/>
          </a:xfrm>
          <a:prstGeom prst="rect">
            <a:avLst/>
          </a:prstGeom>
        </p:spPr>
        <p:txBody>
          <a:bodyPr lIns="0" tIns="0" rIns="0" bIns="0"/>
          <a:lstStyle>
            <a:lvl1pPr marL="0" indent="0">
              <a:buNone/>
              <a:defRPr sz="3600" b="1" i="0" spc="-150" baseline="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Agenda</a:t>
            </a:r>
          </a:p>
        </p:txBody>
      </p:sp>
    </p:spTree>
    <p:extLst>
      <p:ext uri="{BB962C8B-B14F-4D97-AF65-F5344CB8AC3E}">
        <p14:creationId xmlns:p14="http://schemas.microsoft.com/office/powerpoint/2010/main" val="1408102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457200"/>
            <a:ext cx="10972800" cy="640080"/>
          </a:xfrm>
          <a:prstGeom prst="rect">
            <a:avLst/>
          </a:prstGeom>
        </p:spPr>
        <p:txBody>
          <a:bodyPr lIns="0" tIns="0" rIns="0" bIns="0"/>
          <a:lstStyle>
            <a:lvl1pPr marL="0" indent="0">
              <a:buNone/>
              <a:defRPr sz="3600" b="1" i="0" spc="-150" baseline="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Agenda</a:t>
            </a:r>
          </a:p>
        </p:txBody>
      </p:sp>
    </p:spTree>
    <p:extLst>
      <p:ext uri="{BB962C8B-B14F-4D97-AF65-F5344CB8AC3E}">
        <p14:creationId xmlns:p14="http://schemas.microsoft.com/office/powerpoint/2010/main" val="26855715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Section Divider OI - Black">
    <p:bg>
      <p:bgPr>
        <a:solidFill>
          <a:schemeClr val="tx1"/>
        </a:solidFill>
        <a:effectLst/>
      </p:bgPr>
    </p:bg>
    <p:spTree>
      <p:nvGrpSpPr>
        <p:cNvPr id="1" name="Shape 1205"/>
        <p:cNvGrpSpPr/>
        <p:nvPr/>
      </p:nvGrpSpPr>
      <p:grpSpPr>
        <a:xfrm>
          <a:off x="0" y="0"/>
          <a:ext cx="0" cy="0"/>
          <a:chOff x="0" y="0"/>
          <a:chExt cx="0" cy="0"/>
        </a:xfrm>
      </p:grpSpPr>
      <p:sp>
        <p:nvSpPr>
          <p:cNvPr id="10" name="TextBox 9"/>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11" name="Rectangle 10"/>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6" name="Text Placeholder 2">
            <a:extLst>
              <a:ext uri="{FF2B5EF4-FFF2-40B4-BE49-F238E27FC236}">
                <a16:creationId xmlns:a16="http://schemas.microsoft.com/office/drawing/2014/main" id="{7C1DFA83-DBBD-89EB-FC7F-E419D6F84B4C}"/>
              </a:ext>
            </a:extLst>
          </p:cNvPr>
          <p:cNvSpPr>
            <a:spLocks noGrp="1"/>
          </p:cNvSpPr>
          <p:nvPr>
            <p:ph type="body" sz="quarter" idx="10" hasCustomPrompt="1"/>
          </p:nvPr>
        </p:nvSpPr>
        <p:spPr>
          <a:xfrm>
            <a:off x="3810000" y="3124200"/>
            <a:ext cx="6993082" cy="685800"/>
          </a:xfrm>
          <a:prstGeom prst="rect">
            <a:avLst/>
          </a:prstGeom>
        </p:spPr>
        <p:txBody>
          <a:bodyPr lIns="0" tIns="0" rIns="0" bIns="0" anchor="ctr" anchorCtr="0">
            <a:spAutoFit/>
          </a:bodyPr>
          <a:lstStyle>
            <a:lvl1pPr marL="0" indent="0" algn="l">
              <a:lnSpc>
                <a:spcPct val="90000"/>
              </a:lnSpc>
              <a:spcBef>
                <a:spcPts val="0"/>
              </a:spcBef>
              <a:spcAft>
                <a:spcPts val="0"/>
              </a:spcAft>
              <a:buNone/>
              <a:defRPr sz="4800" b="1" spc="-100" baseline="0">
                <a:solidFill>
                  <a:schemeClr val="bg1"/>
                </a:solidFill>
              </a:defRPr>
            </a:lvl1pPr>
            <a:lvl2pPr marL="304792" indent="0">
              <a:buNone/>
              <a:defRPr>
                <a:solidFill>
                  <a:schemeClr val="bg1"/>
                </a:solidFill>
              </a:defRPr>
            </a:lvl2pPr>
            <a:lvl3pPr marL="609585" indent="0">
              <a:buNone/>
              <a:defRPr>
                <a:solidFill>
                  <a:schemeClr val="bg1"/>
                </a:solidFill>
              </a:defRPr>
            </a:lvl3pPr>
            <a:lvl4pPr marL="914377" indent="0">
              <a:buNone/>
              <a:defRPr>
                <a:solidFill>
                  <a:schemeClr val="bg1"/>
                </a:solidFill>
              </a:defRPr>
            </a:lvl4pPr>
            <a:lvl5pPr marL="1219170" indent="0">
              <a:buNone/>
              <a:defRPr>
                <a:solidFill>
                  <a:schemeClr val="bg1"/>
                </a:solidFill>
              </a:defRPr>
            </a:lvl5pPr>
          </a:lstStyle>
          <a:p>
            <a:pPr lvl="0"/>
            <a:r>
              <a:rPr lang="en-IN"/>
              <a:t>Section Divider Title</a:t>
            </a:r>
            <a:endParaRPr lang="en-US"/>
          </a:p>
        </p:txBody>
      </p:sp>
      <p:grpSp>
        <p:nvGrpSpPr>
          <p:cNvPr id="12" name="Group 11">
            <a:extLst>
              <a:ext uri="{FF2B5EF4-FFF2-40B4-BE49-F238E27FC236}">
                <a16:creationId xmlns:a16="http://schemas.microsoft.com/office/drawing/2014/main" id="{7FA077B6-9EEE-CC1F-D5C2-1F9522043CD9}"/>
              </a:ext>
            </a:extLst>
          </p:cNvPr>
          <p:cNvGrpSpPr/>
          <p:nvPr userDrawn="1"/>
        </p:nvGrpSpPr>
        <p:grpSpPr bwMode="black">
          <a:xfrm>
            <a:off x="-1600200" y="1789679"/>
            <a:ext cx="5180058" cy="3220764"/>
            <a:chOff x="-2477006" y="951186"/>
            <a:chExt cx="7970296" cy="4955628"/>
          </a:xfrm>
          <a:gradFill flip="none" rotWithShape="1">
            <a:gsLst>
              <a:gs pos="50000">
                <a:srgbClr val="7E18BE"/>
              </a:gs>
              <a:gs pos="0">
                <a:srgbClr val="0084FF"/>
              </a:gs>
              <a:gs pos="80000">
                <a:srgbClr val="FF5E86"/>
              </a:gs>
            </a:gsLst>
            <a:lin ang="2700000" scaled="1"/>
            <a:tileRect/>
          </a:gradFill>
        </p:grpSpPr>
        <p:sp>
          <p:nvSpPr>
            <p:cNvPr id="13" name="Parallelogram 12">
              <a:extLst>
                <a:ext uri="{FF2B5EF4-FFF2-40B4-BE49-F238E27FC236}">
                  <a16:creationId xmlns:a16="http://schemas.microsoft.com/office/drawing/2014/main" id="{9C1D0426-FBF4-DE00-E02C-8D5F2C15D38D}"/>
                </a:ext>
              </a:extLst>
            </p:cNvPr>
            <p:cNvSpPr/>
            <p:nvPr/>
          </p:nvSpPr>
          <p:spPr bwMode="black">
            <a:xfrm>
              <a:off x="2389726" y="987972"/>
              <a:ext cx="3103564" cy="4918842"/>
            </a:xfrm>
            <a:prstGeom prst="parallelogram">
              <a:avLst>
                <a:gd name="adj" fmla="val 5444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Block Arc 13">
              <a:extLst>
                <a:ext uri="{FF2B5EF4-FFF2-40B4-BE49-F238E27FC236}">
                  <a16:creationId xmlns:a16="http://schemas.microsoft.com/office/drawing/2014/main" id="{7C2D95B7-4DFD-C1E7-A6C5-3801A98784F4}"/>
                </a:ext>
              </a:extLst>
            </p:cNvPr>
            <p:cNvSpPr/>
            <p:nvPr/>
          </p:nvSpPr>
          <p:spPr bwMode="black">
            <a:xfrm rot="5400000">
              <a:off x="-2477006" y="951186"/>
              <a:ext cx="4955627" cy="4955627"/>
            </a:xfrm>
            <a:prstGeom prst="blockArc">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grpSp>
    </p:spTree>
    <p:extLst>
      <p:ext uri="{BB962C8B-B14F-4D97-AF65-F5344CB8AC3E}">
        <p14:creationId xmlns:p14="http://schemas.microsoft.com/office/powerpoint/2010/main" val="392684923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Section Divider OI - White">
    <p:bg>
      <p:bgPr>
        <a:solidFill>
          <a:schemeClr val="bg1"/>
        </a:solidFill>
        <a:effectLst/>
      </p:bgPr>
    </p:bg>
    <p:spTree>
      <p:nvGrpSpPr>
        <p:cNvPr id="1" name="Shape 1205"/>
        <p:cNvGrpSpPr/>
        <p:nvPr/>
      </p:nvGrpSpPr>
      <p:grpSpPr>
        <a:xfrm>
          <a:off x="0" y="0"/>
          <a:ext cx="0" cy="0"/>
          <a:chOff x="0" y="0"/>
          <a:chExt cx="0" cy="0"/>
        </a:xfrm>
      </p:grpSpPr>
      <p:sp>
        <p:nvSpPr>
          <p:cNvPr id="10" name="TextBox 9"/>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11" name="Rectangle 10"/>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2">
            <a:extLst>
              <a:ext uri="{FF2B5EF4-FFF2-40B4-BE49-F238E27FC236}">
                <a16:creationId xmlns:a16="http://schemas.microsoft.com/office/drawing/2014/main" id="{CD46454F-EC71-48E1-5357-FB89F2DE283E}"/>
              </a:ext>
            </a:extLst>
          </p:cNvPr>
          <p:cNvSpPr>
            <a:spLocks noGrp="1"/>
          </p:cNvSpPr>
          <p:nvPr>
            <p:ph type="body" sz="quarter" idx="10" hasCustomPrompt="1"/>
          </p:nvPr>
        </p:nvSpPr>
        <p:spPr>
          <a:xfrm>
            <a:off x="3810000" y="3124200"/>
            <a:ext cx="6993082" cy="685800"/>
          </a:xfrm>
          <a:prstGeom prst="rect">
            <a:avLst/>
          </a:prstGeom>
        </p:spPr>
        <p:txBody>
          <a:bodyPr lIns="0" tIns="0" rIns="0" bIns="0" anchor="ctr" anchorCtr="0">
            <a:spAutoFit/>
          </a:bodyPr>
          <a:lstStyle>
            <a:lvl1pPr marL="0" indent="0" algn="l">
              <a:lnSpc>
                <a:spcPct val="90000"/>
              </a:lnSpc>
              <a:spcBef>
                <a:spcPts val="0"/>
              </a:spcBef>
              <a:spcAft>
                <a:spcPts val="0"/>
              </a:spcAft>
              <a:buNone/>
              <a:defRPr sz="4800" b="1" spc="-100" baseline="0">
                <a:solidFill>
                  <a:schemeClr val="tx1"/>
                </a:solidFill>
              </a:defRPr>
            </a:lvl1pPr>
            <a:lvl2pPr marL="304792" indent="0">
              <a:buNone/>
              <a:defRPr>
                <a:solidFill>
                  <a:schemeClr val="bg1"/>
                </a:solidFill>
              </a:defRPr>
            </a:lvl2pPr>
            <a:lvl3pPr marL="609585" indent="0">
              <a:buNone/>
              <a:defRPr>
                <a:solidFill>
                  <a:schemeClr val="bg1"/>
                </a:solidFill>
              </a:defRPr>
            </a:lvl3pPr>
            <a:lvl4pPr marL="914377" indent="0">
              <a:buNone/>
              <a:defRPr>
                <a:solidFill>
                  <a:schemeClr val="bg1"/>
                </a:solidFill>
              </a:defRPr>
            </a:lvl4pPr>
            <a:lvl5pPr marL="1219170" indent="0">
              <a:buNone/>
              <a:defRPr>
                <a:solidFill>
                  <a:schemeClr val="bg1"/>
                </a:solidFill>
              </a:defRPr>
            </a:lvl5pPr>
          </a:lstStyle>
          <a:p>
            <a:pPr lvl="0"/>
            <a:r>
              <a:rPr lang="en-IN"/>
              <a:t>Section Divider Title</a:t>
            </a:r>
            <a:endParaRPr lang="en-US"/>
          </a:p>
        </p:txBody>
      </p:sp>
      <p:grpSp>
        <p:nvGrpSpPr>
          <p:cNvPr id="4" name="Group 3">
            <a:extLst>
              <a:ext uri="{FF2B5EF4-FFF2-40B4-BE49-F238E27FC236}">
                <a16:creationId xmlns:a16="http://schemas.microsoft.com/office/drawing/2014/main" id="{5B8EA5A1-39EA-85B7-EDAD-977AF9E75BD1}"/>
              </a:ext>
            </a:extLst>
          </p:cNvPr>
          <p:cNvGrpSpPr/>
          <p:nvPr userDrawn="1"/>
        </p:nvGrpSpPr>
        <p:grpSpPr bwMode="black">
          <a:xfrm>
            <a:off x="-1600200" y="1789679"/>
            <a:ext cx="5180058" cy="3220764"/>
            <a:chOff x="-2477006" y="951186"/>
            <a:chExt cx="7970296" cy="4955628"/>
          </a:xfrm>
          <a:gradFill flip="none" rotWithShape="1">
            <a:gsLst>
              <a:gs pos="50000">
                <a:srgbClr val="7E18BE"/>
              </a:gs>
              <a:gs pos="0">
                <a:srgbClr val="0084FF"/>
              </a:gs>
              <a:gs pos="80000">
                <a:srgbClr val="FF5E86"/>
              </a:gs>
            </a:gsLst>
            <a:lin ang="2700000" scaled="1"/>
            <a:tileRect/>
          </a:gradFill>
        </p:grpSpPr>
        <p:sp>
          <p:nvSpPr>
            <p:cNvPr id="5" name="Parallelogram 4">
              <a:extLst>
                <a:ext uri="{FF2B5EF4-FFF2-40B4-BE49-F238E27FC236}">
                  <a16:creationId xmlns:a16="http://schemas.microsoft.com/office/drawing/2014/main" id="{797DAAA4-D1BF-74F7-EDCE-BCC5787E0C3A}"/>
                </a:ext>
              </a:extLst>
            </p:cNvPr>
            <p:cNvSpPr/>
            <p:nvPr/>
          </p:nvSpPr>
          <p:spPr bwMode="black">
            <a:xfrm>
              <a:off x="2389726" y="987972"/>
              <a:ext cx="3103564" cy="4918842"/>
            </a:xfrm>
            <a:prstGeom prst="parallelogram">
              <a:avLst>
                <a:gd name="adj" fmla="val 5444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Block Arc 5">
              <a:extLst>
                <a:ext uri="{FF2B5EF4-FFF2-40B4-BE49-F238E27FC236}">
                  <a16:creationId xmlns:a16="http://schemas.microsoft.com/office/drawing/2014/main" id="{A59C8600-5483-3E2A-648E-BC4B97D127A5}"/>
                </a:ext>
              </a:extLst>
            </p:cNvPr>
            <p:cNvSpPr/>
            <p:nvPr/>
          </p:nvSpPr>
          <p:spPr bwMode="black">
            <a:xfrm rot="5400000">
              <a:off x="-2477006" y="951186"/>
              <a:ext cx="4955627" cy="4955627"/>
            </a:xfrm>
            <a:prstGeom prst="blockArc">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grpSp>
    </p:spTree>
    <p:extLst>
      <p:ext uri="{BB962C8B-B14F-4D97-AF65-F5344CB8AC3E}">
        <p14:creationId xmlns:p14="http://schemas.microsoft.com/office/powerpoint/2010/main" val="376864138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Wide - Black (Title Only)">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Tree>
    <p:extLst>
      <p:ext uri="{BB962C8B-B14F-4D97-AF65-F5344CB8AC3E}">
        <p14:creationId xmlns:p14="http://schemas.microsoft.com/office/powerpoint/2010/main" val="3026566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Wide - White (Title Only)">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spc="0" baseline="0">
                <a:gradFill>
                  <a:gsLst>
                    <a:gs pos="51000">
                      <a:srgbClr val="7E18BE"/>
                    </a:gs>
                    <a:gs pos="0">
                      <a:schemeClr val="tx2"/>
                    </a:gs>
                    <a:gs pos="97000">
                      <a:srgbClr val="FF5E86"/>
                    </a:gs>
                  </a:gsLst>
                  <a:lin ang="0" scaled="1"/>
                </a:gradFill>
              </a:defRPr>
            </a:lvl1pPr>
          </a:lstStyle>
          <a:p>
            <a:r>
              <a:rPr lang="en-US"/>
              <a:t>Click To Edit Master Title Style</a:t>
            </a:r>
          </a:p>
        </p:txBody>
      </p:sp>
    </p:spTree>
    <p:extLst>
      <p:ext uri="{BB962C8B-B14F-4D97-AF65-F5344CB8AC3E}">
        <p14:creationId xmlns:p14="http://schemas.microsoft.com/office/powerpoint/2010/main" val="15974021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 Wide With Subtitle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975360"/>
            <a:ext cx="10972800" cy="312265"/>
          </a:xfrm>
          <a:prstGeom prst="rect">
            <a:avLst/>
          </a:prstGeom>
        </p:spPr>
        <p:txBody>
          <a:bodyPr lIns="0" tIns="0" rIns="0" bIns="0">
            <a:spAutoFit/>
          </a:bodyPr>
          <a:lstStyle>
            <a:lvl1pPr marL="0" indent="0">
              <a:buNone/>
              <a:defRPr sz="2000" b="1" i="0" spc="-50" baseline="0">
                <a:solidFill>
                  <a:schemeClr val="bg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7480873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 2 Line With Subtitle - Black">
    <p:bg>
      <p:bgPr>
        <a:solidFill>
          <a:schemeClr val="tx1"/>
        </a:solidFill>
        <a:effectLst/>
      </p:bgPr>
    </p:bg>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1320928"/>
            <a:ext cx="10972800" cy="312265"/>
          </a:xfrm>
          <a:prstGeom prst="rect">
            <a:avLst/>
          </a:prstGeom>
        </p:spPr>
        <p:txBody>
          <a:bodyPr lIns="0" tIns="0" rIns="0" bIns="0">
            <a:spAutoFit/>
          </a:bodyPr>
          <a:lstStyle>
            <a:lvl1pPr marL="0" indent="0">
              <a:buNone/>
              <a:defRPr sz="2000" b="1" i="0" spc="-50" baseline="0">
                <a:solidFill>
                  <a:schemeClr val="bg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11317538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Wide With Subtitle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975360"/>
            <a:ext cx="10972800" cy="312265"/>
          </a:xfrm>
          <a:prstGeom prst="rect">
            <a:avLst/>
          </a:prstGeom>
        </p:spPr>
        <p:txBody>
          <a:bodyPr lIns="0" tIns="0" rIns="0" bIns="0">
            <a:spAutoFit/>
          </a:bodyPr>
          <a:lstStyle>
            <a:lvl1pPr marL="0" indent="0">
              <a:buNone/>
              <a:defRPr sz="2000" b="1" i="0" spc="-50" baseline="0">
                <a:solidFill>
                  <a:schemeClr val="tx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366198784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2 Line With Subtitle - White">
    <p:spTree>
      <p:nvGrpSpPr>
        <p:cNvPr id="1" name="Shape 186"/>
        <p:cNvGrpSpPr/>
        <p:nvPr/>
      </p:nvGrpSpPr>
      <p:grpSpPr>
        <a:xfrm>
          <a:off x="0" y="0"/>
          <a:ext cx="0" cy="0"/>
          <a:chOff x="0" y="0"/>
          <a:chExt cx="0" cy="0"/>
        </a:xfrm>
      </p:grpSpPr>
      <p:sp>
        <p:nvSpPr>
          <p:cNvPr id="8" name="TextBox 7"/>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7" name="Rectangle 6"/>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3" name="Title 2"/>
          <p:cNvSpPr>
            <a:spLocks noGrp="1"/>
          </p:cNvSpPr>
          <p:nvPr>
            <p:ph type="title" hasCustomPrompt="1"/>
          </p:nvPr>
        </p:nvSpPr>
        <p:spPr>
          <a:xfrm>
            <a:off x="609599" y="460376"/>
            <a:ext cx="10972799" cy="387798"/>
          </a:xfrm>
        </p:spPr>
        <p:txBody>
          <a:bodyPr>
            <a:spAutoFit/>
          </a:bodyPr>
          <a:lstStyle>
            <a:lvl1pPr>
              <a:defRPr sz="2800" cap="none" baseline="0">
                <a:gradFill>
                  <a:gsLst>
                    <a:gs pos="51000">
                      <a:srgbClr val="7E18BE"/>
                    </a:gs>
                    <a:gs pos="0">
                      <a:srgbClr val="0084FF"/>
                    </a:gs>
                    <a:gs pos="97000">
                      <a:srgbClr val="FF5E86"/>
                    </a:gs>
                  </a:gsLst>
                  <a:lin ang="0" scaled="1"/>
                </a:gradFill>
              </a:defRPr>
            </a:lvl1pPr>
          </a:lstStyle>
          <a:p>
            <a:r>
              <a:rPr lang="en-US"/>
              <a:t>Click To Edit Master Title Style</a:t>
            </a:r>
          </a:p>
        </p:txBody>
      </p:sp>
      <p:sp>
        <p:nvSpPr>
          <p:cNvPr id="10" name="Text Placeholder 2">
            <a:extLst>
              <a:ext uri="{FF2B5EF4-FFF2-40B4-BE49-F238E27FC236}">
                <a16:creationId xmlns:a16="http://schemas.microsoft.com/office/drawing/2014/main" id="{9D535178-0C9A-2F44-8057-64ED548EEC7C}"/>
              </a:ext>
            </a:extLst>
          </p:cNvPr>
          <p:cNvSpPr>
            <a:spLocks noGrp="1"/>
          </p:cNvSpPr>
          <p:nvPr>
            <p:ph type="body" sz="quarter" idx="18" hasCustomPrompt="1"/>
          </p:nvPr>
        </p:nvSpPr>
        <p:spPr>
          <a:xfrm>
            <a:off x="612648" y="1320928"/>
            <a:ext cx="10972800" cy="312265"/>
          </a:xfrm>
          <a:prstGeom prst="rect">
            <a:avLst/>
          </a:prstGeom>
        </p:spPr>
        <p:txBody>
          <a:bodyPr lIns="0" tIns="0" rIns="0" bIns="0">
            <a:spAutoFit/>
          </a:bodyPr>
          <a:lstStyle>
            <a:lvl1pPr marL="0" indent="0">
              <a:buNone/>
              <a:defRPr sz="2000" b="1" i="0" spc="-50" baseline="0">
                <a:solidFill>
                  <a:schemeClr val="tx1"/>
                </a:solidFill>
                <a:latin typeface="Arial" panose="020B0604020202020204" pitchFamily="34" charset="0"/>
                <a:ea typeface="EB Garamond" pitchFamily="2" charset="0"/>
                <a:cs typeface="Arial" panose="020B0604020202020204" pitchFamily="34" charset="0"/>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add Subtitle</a:t>
            </a:r>
          </a:p>
        </p:txBody>
      </p:sp>
    </p:spTree>
    <p:extLst>
      <p:ext uri="{BB962C8B-B14F-4D97-AF65-F5344CB8AC3E}">
        <p14:creationId xmlns:p14="http://schemas.microsoft.com/office/powerpoint/2010/main" val="5986300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Final Slide - White">
    <p:bg>
      <p:bgPr>
        <a:solidFill>
          <a:schemeClr val="bg1"/>
        </a:solidFill>
        <a:effectLst/>
      </p:bgPr>
    </p:bg>
    <p:spTree>
      <p:nvGrpSpPr>
        <p:cNvPr id="1" name="Shape 186"/>
        <p:cNvGrpSpPr/>
        <p:nvPr/>
      </p:nvGrpSpPr>
      <p:grpSpPr>
        <a:xfrm>
          <a:off x="0" y="0"/>
          <a:ext cx="0" cy="0"/>
          <a:chOff x="0" y="0"/>
          <a:chExt cx="0" cy="0"/>
        </a:xfrm>
      </p:grpSpPr>
      <p:sp>
        <p:nvSpPr>
          <p:cNvPr id="7" name="TextBox 6"/>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6" name="Text Placeholder 2">
            <a:extLst>
              <a:ext uri="{FF2B5EF4-FFF2-40B4-BE49-F238E27FC236}">
                <a16:creationId xmlns:a16="http://schemas.microsoft.com/office/drawing/2014/main" id="{9D535178-0C9A-2F44-8057-64ED548EEC7C}"/>
              </a:ext>
            </a:extLst>
          </p:cNvPr>
          <p:cNvSpPr>
            <a:spLocks noGrp="1"/>
          </p:cNvSpPr>
          <p:nvPr>
            <p:ph type="body" sz="quarter" idx="17" hasCustomPrompt="1"/>
          </p:nvPr>
        </p:nvSpPr>
        <p:spPr>
          <a:xfrm>
            <a:off x="609600" y="1576678"/>
            <a:ext cx="10972800" cy="822960"/>
          </a:xfrm>
          <a:prstGeom prst="rect">
            <a:avLst/>
          </a:prstGeom>
        </p:spPr>
        <p:txBody>
          <a:bodyPr vert="horz" lIns="0" tIns="0" rIns="0" bIns="0" rtlCol="0" anchor="b" anchorCtr="0">
            <a:noAutofit/>
          </a:bodyPr>
          <a:lstStyle>
            <a:lvl1pPr>
              <a:defRPr lang="en-US" sz="6000" b="1" spc="-200" baseline="0" dirty="0">
                <a:gradFill flip="none" rotWithShape="1">
                  <a:gsLst>
                    <a:gs pos="70000">
                      <a:srgbClr val="7E18BE"/>
                    </a:gs>
                    <a:gs pos="0">
                      <a:srgbClr val="0084FF"/>
                    </a:gs>
                    <a:gs pos="100000">
                      <a:srgbClr val="FF5E86"/>
                    </a:gs>
                  </a:gsLst>
                  <a:lin ang="0" scaled="1"/>
                  <a:tileRect/>
                </a:gradFill>
                <a:latin typeface="Arial" panose="020B0604020202020204" pitchFamily="34" charset="0"/>
                <a:ea typeface="Tahoma" panose="020B0604030504040204" pitchFamily="34" charset="0"/>
              </a:defRPr>
            </a:lvl1pPr>
          </a:lstStyle>
          <a:p>
            <a:pPr marL="0" lvl="0">
              <a:lnSpc>
                <a:spcPct val="100000"/>
              </a:lnSpc>
              <a:spcBef>
                <a:spcPts val="0"/>
              </a:spcBef>
              <a:spcAft>
                <a:spcPts val="800"/>
              </a:spcAft>
              <a:buClr>
                <a:srgbClr val="FFFFFF"/>
              </a:buClr>
              <a:buSzPct val="100000"/>
            </a:pPr>
            <a:r>
              <a:rPr lang="en-US"/>
              <a:t>Thank You</a:t>
            </a:r>
          </a:p>
        </p:txBody>
      </p:sp>
      <p:sp>
        <p:nvSpPr>
          <p:cNvPr id="8" name="Rectangle 7"/>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4">
            <a:extLst>
              <a:ext uri="{FF2B5EF4-FFF2-40B4-BE49-F238E27FC236}">
                <a16:creationId xmlns:a16="http://schemas.microsoft.com/office/drawing/2014/main" id="{BD4C0092-F7F0-5342-87F2-01D44BC7018D}"/>
              </a:ext>
            </a:extLst>
          </p:cNvPr>
          <p:cNvSpPr>
            <a:spLocks noGrp="1"/>
          </p:cNvSpPr>
          <p:nvPr>
            <p:ph type="body" sz="quarter" idx="13" hasCustomPrompt="1"/>
          </p:nvPr>
        </p:nvSpPr>
        <p:spPr>
          <a:xfrm>
            <a:off x="609600" y="2755806"/>
            <a:ext cx="10972800" cy="1555097"/>
          </a:xfrm>
          <a:prstGeom prst="rect">
            <a:avLst/>
          </a:prstGeom>
        </p:spPr>
        <p:txBody>
          <a:bodyPr>
            <a:noAutofit/>
          </a:bodyPr>
          <a:lstStyle>
            <a:lvl1pPr marL="7937" indent="0">
              <a:lnSpc>
                <a:spcPct val="120000"/>
              </a:lnSpc>
              <a:spcBef>
                <a:spcPts val="0"/>
              </a:spcBef>
              <a:buClr>
                <a:schemeClr val="bg2"/>
              </a:buClr>
              <a:buFont typeface="Arial" panose="020B0604020202020204" pitchFamily="34" charset="0"/>
              <a:buNone/>
              <a:tabLst/>
              <a:defRPr sz="1400" b="0" i="0">
                <a:solidFill>
                  <a:schemeClr val="tx1"/>
                </a:solidFill>
                <a:latin typeface="Arial" panose="020B0604020202020204" pitchFamily="34" charset="0"/>
                <a:cs typeface="Arial" panose="020B0604020202020204" pitchFamily="34" charset="0"/>
              </a:defRPr>
            </a:lvl1pPr>
            <a:lvl2pPr>
              <a:buClr>
                <a:schemeClr val="bg1">
                  <a:lumMod val="75000"/>
                </a:schemeClr>
              </a:buClr>
              <a:defRPr b="0" i="0">
                <a:latin typeface="Arial" panose="020B0604020202020204" pitchFamily="34" charset="0"/>
                <a:cs typeface="Arial" panose="020B0604020202020204" pitchFamily="34" charset="0"/>
              </a:defRPr>
            </a:lvl2pPr>
            <a:lvl3pPr>
              <a:buClr>
                <a:schemeClr val="bg1">
                  <a:lumMod val="75000"/>
                </a:schemeClr>
              </a:buClr>
              <a:defRPr b="0" i="0">
                <a:latin typeface="Arial" panose="020B0604020202020204" pitchFamily="34" charset="0"/>
                <a:cs typeface="Arial" panose="020B0604020202020204" pitchFamily="34" charset="0"/>
              </a:defRPr>
            </a:lvl3pPr>
            <a:lvl4pPr>
              <a:buClr>
                <a:schemeClr val="bg1">
                  <a:lumMod val="75000"/>
                </a:schemeClr>
              </a:buClr>
              <a:defRPr b="0" i="0">
                <a:latin typeface="Arial" panose="020B0604020202020204" pitchFamily="34" charset="0"/>
                <a:cs typeface="Arial" panose="020B0604020202020204" pitchFamily="34" charset="0"/>
              </a:defRPr>
            </a:lvl4pPr>
            <a:lvl5pPr>
              <a:buClr>
                <a:schemeClr val="bg1">
                  <a:lumMod val="75000"/>
                </a:schemeClr>
              </a:buClr>
              <a:defRPr b="0" i="0">
                <a:latin typeface="Arial" panose="020B0604020202020204" pitchFamily="34" charset="0"/>
                <a:cs typeface="Arial" panose="020B0604020202020204" pitchFamily="34" charset="0"/>
              </a:defRPr>
            </a:lvl5pPr>
          </a:lstStyle>
          <a:p>
            <a:pPr lvl="0"/>
            <a:r>
              <a:rPr lang="en-US"/>
              <a:t>Global Headquarters</a:t>
            </a:r>
          </a:p>
          <a:p>
            <a:pPr lvl="0"/>
            <a:r>
              <a:rPr lang="en-US"/>
              <a:t>33 S Wood Ave., 5th Floor</a:t>
            </a:r>
          </a:p>
          <a:p>
            <a:pPr lvl="0"/>
            <a:r>
              <a:rPr lang="en-US"/>
              <a:t>Iselin, NJ 08830</a:t>
            </a:r>
            <a:br>
              <a:rPr lang="en-US"/>
            </a:br>
            <a:r>
              <a:rPr lang="en-US"/>
              <a:t>+1.877.456.9922</a:t>
            </a:r>
            <a:br>
              <a:rPr lang="en-US"/>
            </a:br>
            <a:r>
              <a:rPr lang="en-US" err="1"/>
              <a:t>info@orioninc.com</a:t>
            </a:r>
            <a:r>
              <a:rPr lang="en-US"/>
              <a:t> </a:t>
            </a:r>
          </a:p>
          <a:p>
            <a:pPr lvl="0"/>
            <a:endParaRPr lang="en-US"/>
          </a:p>
        </p:txBody>
      </p:sp>
      <p:pic>
        <p:nvPicPr>
          <p:cNvPr id="4" name="Picture 3">
            <a:extLst>
              <a:ext uri="{FF2B5EF4-FFF2-40B4-BE49-F238E27FC236}">
                <a16:creationId xmlns:a16="http://schemas.microsoft.com/office/drawing/2014/main" id="{101F921E-1ACF-8082-C243-157B41C5D742}"/>
              </a:ext>
            </a:extLst>
          </p:cNvPr>
          <p:cNvPicPr>
            <a:picLocks noChangeAspect="1"/>
          </p:cNvPicPr>
          <p:nvPr/>
        </p:nvPicPr>
        <p:blipFill>
          <a:blip r:embed="rId2" cstate="screen">
            <a:duotone>
              <a:schemeClr val="bg2">
                <a:shade val="45000"/>
                <a:satMod val="135000"/>
              </a:schemeClr>
              <a:prstClr val="white"/>
            </a:duotone>
            <a:alphaModFix amt="4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
        <p:nvSpPr>
          <p:cNvPr id="5" name="Rectangle 4">
            <a:extLst>
              <a:ext uri="{FF2B5EF4-FFF2-40B4-BE49-F238E27FC236}">
                <a16:creationId xmlns:a16="http://schemas.microsoft.com/office/drawing/2014/main" id="{54790109-C748-0CDA-8478-EFF7F8330807}"/>
              </a:ext>
            </a:extLst>
          </p:cNvPr>
          <p:cNvSpPr/>
          <p:nvPr/>
        </p:nvSpPr>
        <p:spPr>
          <a:xfrm>
            <a:off x="609600" y="4636593"/>
            <a:ext cx="7326385" cy="1552080"/>
          </a:xfrm>
          <a:prstGeom prst="rect">
            <a:avLst/>
          </a:prstGeom>
        </p:spPr>
        <p:txBody>
          <a:bodyPr wrap="square" lIns="0" tIns="0" rIns="0" bIns="0" anchor="t">
            <a:noAutofit/>
          </a:bodyPr>
          <a:lstStyle/>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1" i="0" u="none" strike="noStrike" kern="1200" cap="none" spc="0" normalizeH="0" baseline="0" noProof="0">
                <a:ln>
                  <a:noFill/>
                </a:ln>
                <a:solidFill>
                  <a:srgbClr val="7F7F7F"/>
                </a:solidFill>
                <a:effectLst/>
                <a:uLnTx/>
                <a:uFillTx/>
                <a:latin typeface="Arial"/>
                <a:ea typeface="+mn-ea"/>
                <a:cs typeface="Arial"/>
              </a:rPr>
              <a:t>Disclaimer: </a:t>
            </a:r>
            <a:r>
              <a:rPr kumimoji="0" lang="en-GB" sz="900" b="0" i="0" u="none" strike="noStrike" kern="1200" cap="none" spc="0" normalizeH="0" baseline="0" noProof="0">
                <a:ln>
                  <a:noFill/>
                </a:ln>
                <a:solidFill>
                  <a:srgbClr val="7F7F7F"/>
                </a:solidFill>
                <a:effectLst/>
                <a:uLnTx/>
                <a:uFillTx/>
                <a:latin typeface="Arial"/>
                <a:ea typeface="+mn-ea"/>
                <a:cs typeface="Arial"/>
              </a:rPr>
              <a:t>This document is for informational purposes only and is subject to change without notice. This document and its content herein are believed to be accurate as of its date of publication. However, Orion Systems Integrators, LLC (herein referred as Orion) makes no guarantee, representations or warranties with regard to the enclosed information and specifically disclaims the implied warranties of fitness for a particular purpose and merchantability. As each user of Orion services is likely to be unique in their requirements in the use of such software solutions and their business processes, users of this document are always advised to discuss the content of this document with their Orion representatives. </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Orion</a:t>
            </a:r>
            <a:r>
              <a:rPr kumimoji="0" lang="en-GB" sz="900" b="0" i="0" u="none" strike="noStrike" kern="1200" cap="none" spc="0" normalizeH="0" baseline="30000" noProof="0">
                <a:ln>
                  <a:noFill/>
                </a:ln>
                <a:solidFill>
                  <a:srgbClr val="7F7F7F"/>
                </a:solidFill>
                <a:effectLst/>
                <a:uLnTx/>
                <a:uFillTx/>
                <a:latin typeface="Arial"/>
                <a:ea typeface="+mn-ea"/>
                <a:cs typeface="Arial"/>
              </a:rPr>
              <a:t>SM</a:t>
            </a:r>
            <a:r>
              <a:rPr kumimoji="0" lang="en-GB" sz="900" b="0" i="0" u="none" strike="noStrike" kern="1200" cap="none" spc="0" normalizeH="0" baseline="0" noProof="0">
                <a:ln>
                  <a:noFill/>
                </a:ln>
                <a:solidFill>
                  <a:srgbClr val="7F7F7F"/>
                </a:solidFill>
                <a:effectLst/>
                <a:uLnTx/>
                <a:uFillTx/>
                <a:latin typeface="Arial"/>
                <a:ea typeface="+mn-ea"/>
                <a:cs typeface="Arial"/>
              </a:rPr>
              <a:t>,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OI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logo, and the O</a:t>
            </a:r>
            <a:r>
              <a:rPr kumimoji="0" lang="en-GB" sz="900" b="1" i="0" u="none" strike="noStrike" kern="1200" cap="none" spc="0" normalizeH="0" baseline="0" noProof="0">
                <a:ln>
                  <a:noFill/>
                </a:ln>
                <a:solidFill>
                  <a:srgbClr val="7F7F7F"/>
                </a:solidFill>
                <a:effectLst/>
                <a:uLnTx/>
                <a:uFillTx/>
                <a:latin typeface="Arial"/>
                <a:ea typeface="+mn-ea"/>
                <a:cs typeface="Arial"/>
              </a:rPr>
              <a:t>/</a:t>
            </a:r>
            <a:r>
              <a:rPr kumimoji="0" lang="en-GB" sz="900" b="0" i="0" u="none" strike="noStrike" kern="1200" cap="none" spc="0" normalizeH="0" baseline="30000" noProof="0">
                <a:ln>
                  <a:noFill/>
                </a:ln>
                <a:solidFill>
                  <a:srgbClr val="7F7F7F"/>
                </a:solidFill>
                <a:effectLst/>
                <a:uLnTx/>
                <a:uFillTx/>
                <a:latin typeface="Arial"/>
                <a:ea typeface="+mn-ea"/>
                <a:cs typeface="Arial"/>
              </a:rPr>
              <a:t>SM </a:t>
            </a:r>
            <a:r>
              <a:rPr kumimoji="0" lang="en-GB" sz="900" b="0" i="0" u="none" strike="noStrike" kern="1200" cap="none" spc="0" normalizeH="0" baseline="0" noProof="0">
                <a:ln>
                  <a:noFill/>
                </a:ln>
                <a:solidFill>
                  <a:srgbClr val="7F7F7F"/>
                </a:solidFill>
                <a:effectLst/>
                <a:uLnTx/>
                <a:uFillTx/>
                <a:latin typeface="Arial"/>
                <a:ea typeface="+mn-ea"/>
                <a:cs typeface="Arial"/>
              </a:rPr>
              <a:t>logo are trademarks and/or service marks owned by Orion Systems Integrators, LLC. Certain of Orion’s trademarks and/or service marks are registered or the subject of U.S. or foreign applications. All other logos, trademarks, and service marks are the property of their respective owners and are used with permission.</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Copyright © 2026 Orion Systems Integrators, LLC. All Rights Reserved.</a:t>
            </a:r>
          </a:p>
        </p:txBody>
      </p:sp>
      <p:pic>
        <p:nvPicPr>
          <p:cNvPr id="9" name="Graphic 8">
            <a:extLst>
              <a:ext uri="{FF2B5EF4-FFF2-40B4-BE49-F238E27FC236}">
                <a16:creationId xmlns:a16="http://schemas.microsoft.com/office/drawing/2014/main" id="{765811EA-F4FC-C283-7A0E-71CF0F9F6204}"/>
              </a:ext>
            </a:extLst>
          </p:cNvPr>
          <p:cNvPicPr>
            <a:picLocks noChangeAspect="1"/>
          </p:cNvPicPr>
          <p:nvPr/>
        </p:nvPicPr>
        <p:blipFill>
          <a:blip>
            <a:lum bright="-100000"/>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15" name="TextBox 14">
            <a:extLst>
              <a:ext uri="{FF2B5EF4-FFF2-40B4-BE49-F238E27FC236}">
                <a16:creationId xmlns:a16="http://schemas.microsoft.com/office/drawing/2014/main" id="{2DBC412D-3E01-BD56-691E-4CD8C776D62C}"/>
              </a:ext>
            </a:extLst>
          </p:cNvPr>
          <p:cNvSpPr txBox="1"/>
          <p:nvPr/>
        </p:nvSpPr>
        <p:spPr>
          <a:xfrm>
            <a:off x="8926692" y="4623358"/>
            <a:ext cx="2796879" cy="1292662"/>
          </a:xfrm>
          <a:prstGeom prst="rect">
            <a:avLst/>
          </a:prstGeom>
          <a:noFill/>
        </p:spPr>
        <p:txBody>
          <a:bodyPr wrap="square" lIns="91440" tIns="45720" rIns="91440" bIns="45720" rtlCol="0" anchor="t">
            <a:spAutoFit/>
          </a:bodyPr>
          <a:lstStyle/>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tx1"/>
                </a:solidFill>
                <a:effectLst/>
                <a:uLnTx/>
                <a:uFillTx/>
                <a:latin typeface="Arial"/>
                <a:ea typeface="+mn-ea"/>
                <a:cs typeface="Arial"/>
                <a:hlinkClick r:id="rId4">
                  <a:extLst>
                    <a:ext uri="{A12FA001-AC4F-418D-AE19-62706E023703}">
                      <ahyp:hlinkClr xmlns:ahyp="http://schemas.microsoft.com/office/drawing/2018/hyperlinkcolor" val="tx"/>
                    </a:ext>
                  </a:extLst>
                </a:hlinkClick>
              </a:rPr>
              <a:t>www.orioninnovation.com</a:t>
            </a:r>
            <a:endParaRPr kumimoji="0" lang="en-GB" sz="1200" b="0" i="0" u="none" strike="noStrike" kern="1200" cap="none" spc="0" normalizeH="0" baseline="0" noProof="0">
              <a:ln>
                <a:noFill/>
              </a:ln>
              <a:solidFill>
                <a:schemeClr val="tx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rgbClr val="000000"/>
                </a:solidFill>
                <a:effectLst/>
                <a:uLnTx/>
                <a:uFillTx/>
                <a:latin typeface="Arial"/>
                <a:ea typeface="+mn-ea"/>
                <a:cs typeface="Arial"/>
                <a:hlinkClick r:id="rId5">
                  <a:extLst>
                    <a:ext uri="{A12FA001-AC4F-418D-AE19-62706E023703}">
                      <ahyp:hlinkClr xmlns:ahyp="http://schemas.microsoft.com/office/drawing/2018/hyperlinkcolor" val="tx"/>
                    </a:ext>
                  </a:extLst>
                </a:hlinkClick>
              </a:rPr>
              <a:t>linkedin.com/company/orioninnovation</a:t>
            </a:r>
            <a:endParaRPr kumimoji="0" lang="en-GB" sz="1200" b="0" i="0" u="none" strike="noStrike" kern="1200" cap="none" spc="0" normalizeH="0" baseline="0" noProof="0">
              <a:ln>
                <a:noFill/>
              </a:ln>
              <a:solidFill>
                <a:srgbClr val="000000"/>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tx1"/>
                </a:solidFill>
                <a:effectLst/>
                <a:uLnTx/>
                <a:uFillTx/>
                <a:latin typeface="Arial"/>
                <a:ea typeface="+mn-ea"/>
                <a:cs typeface="Arial"/>
                <a:hlinkClick r:id="rId6">
                  <a:extLst>
                    <a:ext uri="{A12FA001-AC4F-418D-AE19-62706E023703}">
                      <ahyp:hlinkClr xmlns:ahyp="http://schemas.microsoft.com/office/drawing/2018/hyperlinkcolor" val="tx"/>
                    </a:ext>
                  </a:extLst>
                </a:hlinkClick>
              </a:rPr>
              <a:t>www.instagram.com/orion.innovation</a:t>
            </a:r>
            <a:endParaRPr kumimoji="0" lang="en-GB" sz="1200" b="0" i="0" u="none" strike="noStrike" kern="1200" cap="none" spc="0" normalizeH="0" baseline="0" noProof="0">
              <a:ln>
                <a:noFill/>
              </a:ln>
              <a:solidFill>
                <a:schemeClr val="tx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rgbClr val="000000"/>
                </a:solidFill>
                <a:effectLst/>
                <a:uLnTx/>
                <a:uFillTx/>
                <a:latin typeface="Arial"/>
                <a:ea typeface="+mn-ea"/>
                <a:cs typeface="Arial"/>
                <a:hlinkClick r:id="rId7">
                  <a:extLst>
                    <a:ext uri="{A12FA001-AC4F-418D-AE19-62706E023703}">
                      <ahyp:hlinkClr xmlns:ahyp="http://schemas.microsoft.com/office/drawing/2018/hyperlinkcolor" val="tx"/>
                    </a:ext>
                  </a:extLst>
                </a:hlinkClick>
              </a:rPr>
              <a:t>x.com/CurrentlyOrion</a:t>
            </a:r>
            <a:endParaRPr kumimoji="0" lang="en-GB" sz="1200" b="0" i="0" u="none" strike="noStrike" kern="0" cap="none" spc="0" normalizeH="0" baseline="0" noProof="0">
              <a:ln>
                <a:noFill/>
              </a:ln>
              <a:solidFill>
                <a:srgbClr val="000000"/>
              </a:solidFill>
              <a:effectLst/>
              <a:uLnTx/>
              <a:uFillTx/>
              <a:latin typeface="Arial"/>
              <a:ea typeface="+mn-ea"/>
              <a:cs typeface="Arial"/>
            </a:endParaRPr>
          </a:p>
        </p:txBody>
      </p:sp>
      <p:pic>
        <p:nvPicPr>
          <p:cNvPr id="16" name="Picture 15" descr="Linkedin logo png, Linkedin icon transparent png 18930480 PNG">
            <a:extLst>
              <a:ext uri="{FF2B5EF4-FFF2-40B4-BE49-F238E27FC236}">
                <a16:creationId xmlns:a16="http://schemas.microsoft.com/office/drawing/2014/main" id="{14DEBB42-E32D-1F80-C7F6-EB28422002BC}"/>
              </a:ext>
            </a:extLst>
          </p:cNvPr>
          <p:cNvPicPr>
            <a:picLocks noChangeAspect="1"/>
          </p:cNvPicPr>
          <p:nvPr/>
        </p:nvPicPr>
        <p:blipFill>
          <a:blip r:embed="rId8"/>
          <a:stretch>
            <a:fillRect/>
          </a:stretch>
        </p:blipFill>
        <p:spPr>
          <a:xfrm>
            <a:off x="8684277" y="4944986"/>
            <a:ext cx="329423" cy="329423"/>
          </a:xfrm>
          <a:prstGeom prst="rect">
            <a:avLst/>
          </a:prstGeom>
        </p:spPr>
      </p:pic>
      <p:pic>
        <p:nvPicPr>
          <p:cNvPr id="3" name="Picture 2" descr="Instagram logo Images - Free Download ...">
            <a:extLst>
              <a:ext uri="{FF2B5EF4-FFF2-40B4-BE49-F238E27FC236}">
                <a16:creationId xmlns:a16="http://schemas.microsoft.com/office/drawing/2014/main" id="{9A4352E7-DD4C-74A0-2D68-B71A8ECA8445}"/>
              </a:ext>
            </a:extLst>
          </p:cNvPr>
          <p:cNvPicPr>
            <a:picLocks noChangeAspect="1"/>
          </p:cNvPicPr>
          <p:nvPr userDrawn="1"/>
        </p:nvPicPr>
        <p:blipFill>
          <a:blip r:embed="rId9"/>
          <a:srcRect l="11245" t="11067" r="11955" b="11067"/>
          <a:stretch>
            <a:fillRect/>
          </a:stretch>
        </p:blipFill>
        <p:spPr>
          <a:xfrm>
            <a:off x="8756587" y="5353892"/>
            <a:ext cx="184801" cy="187368"/>
          </a:xfrm>
          <a:prstGeom prst="roundRect">
            <a:avLst>
              <a:gd name="adj" fmla="val 18770"/>
            </a:avLst>
          </a:prstGeom>
        </p:spPr>
      </p:pic>
      <p:pic>
        <p:nvPicPr>
          <p:cNvPr id="10" name="Picture 9" descr="Website - Free web icons">
            <a:extLst>
              <a:ext uri="{FF2B5EF4-FFF2-40B4-BE49-F238E27FC236}">
                <a16:creationId xmlns:a16="http://schemas.microsoft.com/office/drawing/2014/main" id="{2A984760-D481-2F3B-8818-5A11592F296E}"/>
              </a:ext>
            </a:extLst>
          </p:cNvPr>
          <p:cNvPicPr>
            <a:picLocks noChangeAspect="1"/>
          </p:cNvPicPr>
          <p:nvPr userDrawn="1"/>
        </p:nvPicPr>
        <p:blipFill>
          <a:blip r:embed="rId10"/>
          <a:stretch>
            <a:fillRect/>
          </a:stretch>
        </p:blipFill>
        <p:spPr>
          <a:xfrm>
            <a:off x="8739068" y="4664454"/>
            <a:ext cx="218665" cy="218665"/>
          </a:xfrm>
          <a:prstGeom prst="rect">
            <a:avLst/>
          </a:prstGeom>
        </p:spPr>
      </p:pic>
      <p:pic>
        <p:nvPicPr>
          <p:cNvPr id="11" name="Picture 10" descr="File:X icon.svg - Wikimedia Commons">
            <a:extLst>
              <a:ext uri="{FF2B5EF4-FFF2-40B4-BE49-F238E27FC236}">
                <a16:creationId xmlns:a16="http://schemas.microsoft.com/office/drawing/2014/main" id="{786E8E88-AA37-E300-8278-7A04F6116236}"/>
              </a:ext>
            </a:extLst>
          </p:cNvPr>
          <p:cNvPicPr>
            <a:picLocks noChangeAspect="1"/>
          </p:cNvPicPr>
          <p:nvPr userDrawn="1"/>
        </p:nvPicPr>
        <p:blipFill>
          <a:blip r:embed="rId11"/>
          <a:stretch>
            <a:fillRect/>
          </a:stretch>
        </p:blipFill>
        <p:spPr>
          <a:xfrm>
            <a:off x="8746067" y="5669649"/>
            <a:ext cx="199055" cy="199055"/>
          </a:xfrm>
          <a:prstGeom prst="rect">
            <a:avLst/>
          </a:prstGeom>
        </p:spPr>
      </p:pic>
    </p:spTree>
    <p:extLst>
      <p:ext uri="{BB962C8B-B14F-4D97-AF65-F5344CB8AC3E}">
        <p14:creationId xmlns:p14="http://schemas.microsoft.com/office/powerpoint/2010/main" val="16458001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Final Slide - Black">
    <p:bg>
      <p:bgPr>
        <a:solidFill>
          <a:schemeClr val="tx1"/>
        </a:solidFill>
        <a:effectLst/>
      </p:bgPr>
    </p:bg>
    <p:spTree>
      <p:nvGrpSpPr>
        <p:cNvPr id="1" name="Shape 186"/>
        <p:cNvGrpSpPr/>
        <p:nvPr/>
      </p:nvGrpSpPr>
      <p:grpSpPr>
        <a:xfrm>
          <a:off x="0" y="0"/>
          <a:ext cx="0" cy="0"/>
          <a:chOff x="0" y="0"/>
          <a:chExt cx="0" cy="0"/>
        </a:xfrm>
      </p:grpSpPr>
      <p:sp>
        <p:nvSpPr>
          <p:cNvPr id="7" name="TextBox 6"/>
          <p:cNvSpPr txBox="1"/>
          <p:nvPr/>
        </p:nvSpPr>
        <p:spPr>
          <a:xfrm>
            <a:off x="11455676" y="6503590"/>
            <a:ext cx="361950" cy="118494"/>
          </a:xfrm>
          <a:prstGeom prst="rect">
            <a:avLst/>
          </a:prstGeom>
          <a:noFill/>
          <a:ln>
            <a:noFill/>
          </a:ln>
        </p:spPr>
        <p:txBody>
          <a:bodyPr wrap="square" lIns="0" tIns="0" rIns="0" bIns="0" rtlCol="0" anchor="b">
            <a:noAutofit/>
          </a:bodyPr>
          <a:lstStyle/>
          <a:p>
            <a:pPr algn="r">
              <a:lnSpc>
                <a:spcPct val="110000"/>
              </a:lnSpc>
              <a:spcBef>
                <a:spcPts val="200"/>
              </a:spcBef>
              <a:spcAft>
                <a:spcPts val="200"/>
              </a:spcAft>
            </a:pPr>
            <a:fld id="{D1FE7051-C049-4E6F-B90E-DEDE110316C9}" type="slidenum">
              <a:rPr lang="en-US" sz="700" smtClean="0">
                <a:solidFill>
                  <a:srgbClr val="898989"/>
                </a:solidFill>
              </a:rPr>
              <a:pPr algn="r">
                <a:lnSpc>
                  <a:spcPct val="110000"/>
                </a:lnSpc>
                <a:spcBef>
                  <a:spcPts val="200"/>
                </a:spcBef>
                <a:spcAft>
                  <a:spcPts val="200"/>
                </a:spcAft>
              </a:pPr>
              <a:t>‹#›</a:t>
            </a:fld>
            <a:endParaRPr lang="en-US" sz="700">
              <a:solidFill>
                <a:srgbClr val="898989"/>
              </a:solidFill>
            </a:endParaRPr>
          </a:p>
        </p:txBody>
      </p:sp>
      <p:sp>
        <p:nvSpPr>
          <p:cNvPr id="6" name="Text Placeholder 2">
            <a:extLst>
              <a:ext uri="{FF2B5EF4-FFF2-40B4-BE49-F238E27FC236}">
                <a16:creationId xmlns:a16="http://schemas.microsoft.com/office/drawing/2014/main" id="{9D535178-0C9A-2F44-8057-64ED548EEC7C}"/>
              </a:ext>
            </a:extLst>
          </p:cNvPr>
          <p:cNvSpPr>
            <a:spLocks noGrp="1"/>
          </p:cNvSpPr>
          <p:nvPr>
            <p:ph type="body" sz="quarter" idx="17" hasCustomPrompt="1"/>
          </p:nvPr>
        </p:nvSpPr>
        <p:spPr>
          <a:xfrm>
            <a:off x="609600" y="1576678"/>
            <a:ext cx="10972800" cy="822960"/>
          </a:xfrm>
          <a:prstGeom prst="rect">
            <a:avLst/>
          </a:prstGeom>
        </p:spPr>
        <p:txBody>
          <a:bodyPr vert="horz" lIns="0" tIns="0" rIns="0" bIns="0" rtlCol="0" anchor="b" anchorCtr="0">
            <a:noAutofit/>
          </a:bodyPr>
          <a:lstStyle>
            <a:lvl1pPr>
              <a:defRPr lang="en-US" sz="6000" b="1" spc="-200" baseline="0" dirty="0">
                <a:gradFill flip="none" rotWithShape="1">
                  <a:gsLst>
                    <a:gs pos="70000">
                      <a:srgbClr val="7E18BE"/>
                    </a:gs>
                    <a:gs pos="0">
                      <a:srgbClr val="0084FF"/>
                    </a:gs>
                    <a:gs pos="100000">
                      <a:srgbClr val="FF5E86"/>
                    </a:gs>
                  </a:gsLst>
                  <a:lin ang="0" scaled="1"/>
                  <a:tileRect/>
                </a:gradFill>
                <a:latin typeface="Arial" panose="020B0604020202020204" pitchFamily="34" charset="0"/>
                <a:ea typeface="Tahoma" panose="020B0604030504040204" pitchFamily="34" charset="0"/>
              </a:defRPr>
            </a:lvl1pPr>
          </a:lstStyle>
          <a:p>
            <a:pPr marL="0" lvl="0">
              <a:lnSpc>
                <a:spcPct val="100000"/>
              </a:lnSpc>
              <a:spcBef>
                <a:spcPts val="0"/>
              </a:spcBef>
              <a:spcAft>
                <a:spcPts val="800"/>
              </a:spcAft>
              <a:buClr>
                <a:srgbClr val="FFFFFF"/>
              </a:buClr>
              <a:buSzPct val="100000"/>
            </a:pPr>
            <a:r>
              <a:rPr lang="en-US"/>
              <a:t>Thank You</a:t>
            </a:r>
          </a:p>
        </p:txBody>
      </p:sp>
      <p:sp>
        <p:nvSpPr>
          <p:cNvPr id="8" name="Rectangle 7"/>
          <p:cNvSpPr/>
          <p:nvPr/>
        </p:nvSpPr>
        <p:spPr>
          <a:xfrm>
            <a:off x="609600" y="6514362"/>
            <a:ext cx="1110882" cy="107722"/>
          </a:xfrm>
          <a:prstGeom prst="rect">
            <a:avLst/>
          </a:prstGeom>
        </p:spPr>
        <p:txBody>
          <a:bodyPr wrap="none" lIns="0" tIns="0" rIns="0" bIns="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000000">
                    <a:tint val="75000"/>
                  </a:srgbClr>
                </a:solidFill>
                <a:effectLst/>
                <a:uLnTx/>
                <a:uFillTx/>
                <a:latin typeface="Arial" panose="020B0604020202020204" pitchFamily="34" charset="0"/>
                <a:cs typeface="Arial" panose="020B0604020202020204" pitchFamily="34" charset="0"/>
              </a:rPr>
              <a:t>Proprietary and Confidential</a:t>
            </a:r>
          </a:p>
        </p:txBody>
      </p:sp>
      <p:sp>
        <p:nvSpPr>
          <p:cNvPr id="2" name="Text Placeholder 4">
            <a:extLst>
              <a:ext uri="{FF2B5EF4-FFF2-40B4-BE49-F238E27FC236}">
                <a16:creationId xmlns:a16="http://schemas.microsoft.com/office/drawing/2014/main" id="{BD4C0092-F7F0-5342-87F2-01D44BC7018D}"/>
              </a:ext>
            </a:extLst>
          </p:cNvPr>
          <p:cNvSpPr>
            <a:spLocks noGrp="1"/>
          </p:cNvSpPr>
          <p:nvPr>
            <p:ph type="body" sz="quarter" idx="13"/>
          </p:nvPr>
        </p:nvSpPr>
        <p:spPr>
          <a:xfrm>
            <a:off x="609600" y="2755806"/>
            <a:ext cx="10972800" cy="1555097"/>
          </a:xfrm>
          <a:prstGeom prst="rect">
            <a:avLst/>
          </a:prstGeom>
        </p:spPr>
        <p:txBody>
          <a:bodyPr>
            <a:noAutofit/>
          </a:bodyPr>
          <a:lstStyle>
            <a:lvl1pPr marL="7937" indent="0">
              <a:lnSpc>
                <a:spcPct val="120000"/>
              </a:lnSpc>
              <a:spcBef>
                <a:spcPts val="0"/>
              </a:spcBef>
              <a:buClr>
                <a:schemeClr val="bg2"/>
              </a:buClr>
              <a:buFont typeface="Arial" panose="020B0604020202020204" pitchFamily="34" charset="0"/>
              <a:buNone/>
              <a:tabLst/>
              <a:defRPr sz="1400" b="0" i="0">
                <a:solidFill>
                  <a:schemeClr val="bg1"/>
                </a:solidFill>
                <a:latin typeface="Arial" panose="020B0604020202020204" pitchFamily="34" charset="0"/>
                <a:cs typeface="Arial" panose="020B0604020202020204" pitchFamily="34" charset="0"/>
              </a:defRPr>
            </a:lvl1pPr>
            <a:lvl2pPr>
              <a:buClr>
                <a:schemeClr val="bg1">
                  <a:lumMod val="75000"/>
                </a:schemeClr>
              </a:buClr>
              <a:defRPr b="0" i="0">
                <a:latin typeface="Arial" panose="020B0604020202020204" pitchFamily="34" charset="0"/>
                <a:cs typeface="Arial" panose="020B0604020202020204" pitchFamily="34" charset="0"/>
              </a:defRPr>
            </a:lvl2pPr>
            <a:lvl3pPr>
              <a:buClr>
                <a:schemeClr val="bg1">
                  <a:lumMod val="75000"/>
                </a:schemeClr>
              </a:buClr>
              <a:defRPr b="0" i="0">
                <a:latin typeface="Arial" panose="020B0604020202020204" pitchFamily="34" charset="0"/>
                <a:cs typeface="Arial" panose="020B0604020202020204" pitchFamily="34" charset="0"/>
              </a:defRPr>
            </a:lvl3pPr>
            <a:lvl4pPr>
              <a:buClr>
                <a:schemeClr val="bg1">
                  <a:lumMod val="75000"/>
                </a:schemeClr>
              </a:buClr>
              <a:defRPr b="0" i="0">
                <a:latin typeface="Arial" panose="020B0604020202020204" pitchFamily="34" charset="0"/>
                <a:cs typeface="Arial" panose="020B0604020202020204" pitchFamily="34" charset="0"/>
              </a:defRPr>
            </a:lvl4pPr>
            <a:lvl5pPr>
              <a:buClr>
                <a:schemeClr val="bg1">
                  <a:lumMod val="75000"/>
                </a:schemeClr>
              </a:buClr>
              <a:defRPr b="0" i="0">
                <a:latin typeface="Arial" panose="020B0604020202020204" pitchFamily="34" charset="0"/>
                <a:cs typeface="Arial" panose="020B0604020202020204" pitchFamily="34" charset="0"/>
              </a:defRPr>
            </a:lvl5pPr>
          </a:lstStyle>
          <a:p>
            <a:pPr lvl="0"/>
            <a:r>
              <a:rPr lang="en-US"/>
              <a:t>Click to edit Master text styles</a:t>
            </a:r>
          </a:p>
        </p:txBody>
      </p:sp>
      <p:pic>
        <p:nvPicPr>
          <p:cNvPr id="4" name="Picture 3">
            <a:extLst>
              <a:ext uri="{FF2B5EF4-FFF2-40B4-BE49-F238E27FC236}">
                <a16:creationId xmlns:a16="http://schemas.microsoft.com/office/drawing/2014/main" id="{101F921E-1ACF-8082-C243-157B41C5D742}"/>
              </a:ext>
            </a:extLst>
          </p:cNvPr>
          <p:cNvPicPr>
            <a:picLocks noChangeAspect="1"/>
          </p:cNvPicPr>
          <p:nvPr/>
        </p:nvPicPr>
        <p:blipFill>
          <a:blip r:embed="rId2" cstate="screen">
            <a:duotone>
              <a:schemeClr val="bg2">
                <a:shade val="45000"/>
                <a:satMod val="135000"/>
              </a:schemeClr>
              <a:prstClr val="white"/>
            </a:duotone>
            <a:alphaModFix amt="4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
        <p:nvSpPr>
          <p:cNvPr id="5" name="Rectangle 4">
            <a:extLst>
              <a:ext uri="{FF2B5EF4-FFF2-40B4-BE49-F238E27FC236}">
                <a16:creationId xmlns:a16="http://schemas.microsoft.com/office/drawing/2014/main" id="{54790109-C748-0CDA-8478-EFF7F8330807}"/>
              </a:ext>
            </a:extLst>
          </p:cNvPr>
          <p:cNvSpPr/>
          <p:nvPr/>
        </p:nvSpPr>
        <p:spPr>
          <a:xfrm>
            <a:off x="609600" y="4636593"/>
            <a:ext cx="7326385" cy="1552080"/>
          </a:xfrm>
          <a:prstGeom prst="rect">
            <a:avLst/>
          </a:prstGeom>
        </p:spPr>
        <p:txBody>
          <a:bodyPr wrap="square" lIns="0" tIns="0" rIns="0" bIns="0" anchor="t">
            <a:noAutofit/>
          </a:bodyPr>
          <a:lstStyle/>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1" i="0" u="none" strike="noStrike" kern="1200" cap="none" spc="0" normalizeH="0" baseline="0" noProof="0">
                <a:ln>
                  <a:noFill/>
                </a:ln>
                <a:solidFill>
                  <a:srgbClr val="7F7F7F"/>
                </a:solidFill>
                <a:effectLst/>
                <a:uLnTx/>
                <a:uFillTx/>
                <a:latin typeface="Arial"/>
                <a:ea typeface="+mn-ea"/>
                <a:cs typeface="Arial"/>
              </a:rPr>
              <a:t>Disclaimer: </a:t>
            </a:r>
            <a:r>
              <a:rPr kumimoji="0" lang="en-GB" sz="900" b="0" i="0" u="none" strike="noStrike" kern="1200" cap="none" spc="0" normalizeH="0" baseline="0" noProof="0">
                <a:ln>
                  <a:noFill/>
                </a:ln>
                <a:solidFill>
                  <a:srgbClr val="7F7F7F"/>
                </a:solidFill>
                <a:effectLst/>
                <a:uLnTx/>
                <a:uFillTx/>
                <a:latin typeface="Arial"/>
                <a:ea typeface="+mn-ea"/>
                <a:cs typeface="Arial"/>
              </a:rPr>
              <a:t>This document is for informational purposes only and is subject to change without notice. This document and its content herein are believed to be accurate as of its date of publication. However, Orion Systems Integrators, LLC (herein referred as Orion) makes no guarantee, representations or warranties with regard to the enclosed information and specifically disclaims the implied warranties of fitness for a particular purpose and merchantability. As each user of Orion services is likely to be unique in their requirements in the use of such software solutions and their business processes, users of this document are always advised to discuss the content of this document with their Orion representatives. </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Orion</a:t>
            </a:r>
            <a:r>
              <a:rPr kumimoji="0" lang="en-GB" sz="900" b="0" i="0" u="none" strike="noStrike" kern="1200" cap="none" spc="0" normalizeH="0" baseline="30000" noProof="0">
                <a:ln>
                  <a:noFill/>
                </a:ln>
                <a:solidFill>
                  <a:srgbClr val="7F7F7F"/>
                </a:solidFill>
                <a:effectLst/>
                <a:uLnTx/>
                <a:uFillTx/>
                <a:latin typeface="Arial"/>
                <a:ea typeface="+mn-ea"/>
                <a:cs typeface="Arial"/>
              </a:rPr>
              <a:t>SM</a:t>
            </a:r>
            <a:r>
              <a:rPr kumimoji="0" lang="en-GB" sz="900" b="0" i="0" u="none" strike="noStrike" kern="1200" cap="none" spc="0" normalizeH="0" baseline="0" noProof="0">
                <a:ln>
                  <a:noFill/>
                </a:ln>
                <a:solidFill>
                  <a:srgbClr val="7F7F7F"/>
                </a:solidFill>
                <a:effectLst/>
                <a:uLnTx/>
                <a:uFillTx/>
                <a:latin typeface="Arial"/>
                <a:ea typeface="+mn-ea"/>
                <a:cs typeface="Arial"/>
              </a:rPr>
              <a:t>,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OI Orion Innovation</a:t>
            </a:r>
            <a:r>
              <a:rPr kumimoji="0" lang="en-GB" sz="900" b="0" i="0" u="none" strike="noStrike" kern="1200" cap="none" spc="0" normalizeH="0" baseline="30000" noProof="0">
                <a:ln>
                  <a:noFill/>
                </a:ln>
                <a:solidFill>
                  <a:srgbClr val="7F7F7F"/>
                </a:solidFill>
                <a:effectLst/>
                <a:uLnTx/>
                <a:uFillTx/>
                <a:latin typeface="Arial"/>
                <a:ea typeface="+mn-ea"/>
                <a:cs typeface="Arial"/>
              </a:rPr>
              <a:t>®</a:t>
            </a:r>
            <a:r>
              <a:rPr kumimoji="0" lang="en-GB" sz="900" b="0" i="0" u="none" strike="noStrike" kern="1200" cap="none" spc="0" normalizeH="0" baseline="0" noProof="0">
                <a:ln>
                  <a:noFill/>
                </a:ln>
                <a:solidFill>
                  <a:srgbClr val="7F7F7F"/>
                </a:solidFill>
                <a:effectLst/>
                <a:uLnTx/>
                <a:uFillTx/>
                <a:latin typeface="Arial"/>
                <a:ea typeface="+mn-ea"/>
                <a:cs typeface="Arial"/>
              </a:rPr>
              <a:t> logo, and the O</a:t>
            </a:r>
            <a:r>
              <a:rPr kumimoji="0" lang="en-GB" sz="900" b="1" i="0" u="none" strike="noStrike" kern="1200" cap="none" spc="0" normalizeH="0" baseline="0" noProof="0">
                <a:ln>
                  <a:noFill/>
                </a:ln>
                <a:solidFill>
                  <a:srgbClr val="7F7F7F"/>
                </a:solidFill>
                <a:effectLst/>
                <a:uLnTx/>
                <a:uFillTx/>
                <a:latin typeface="Arial"/>
                <a:ea typeface="+mn-ea"/>
                <a:cs typeface="Arial"/>
              </a:rPr>
              <a:t>/</a:t>
            </a:r>
            <a:r>
              <a:rPr kumimoji="0" lang="en-GB" sz="900" b="0" i="0" u="none" strike="noStrike" kern="1200" cap="none" spc="0" normalizeH="0" baseline="30000" noProof="0">
                <a:ln>
                  <a:noFill/>
                </a:ln>
                <a:solidFill>
                  <a:srgbClr val="7F7F7F"/>
                </a:solidFill>
                <a:effectLst/>
                <a:uLnTx/>
                <a:uFillTx/>
                <a:latin typeface="Arial"/>
                <a:ea typeface="+mn-ea"/>
                <a:cs typeface="Arial"/>
              </a:rPr>
              <a:t>SM </a:t>
            </a:r>
            <a:r>
              <a:rPr kumimoji="0" lang="en-GB" sz="900" b="0" i="0" u="none" strike="noStrike" kern="1200" cap="none" spc="0" normalizeH="0" baseline="0" noProof="0">
                <a:ln>
                  <a:noFill/>
                </a:ln>
                <a:solidFill>
                  <a:srgbClr val="7F7F7F"/>
                </a:solidFill>
                <a:effectLst/>
                <a:uLnTx/>
                <a:uFillTx/>
                <a:latin typeface="Arial"/>
                <a:ea typeface="+mn-ea"/>
                <a:cs typeface="Arial"/>
              </a:rPr>
              <a:t>logo are trademarks and/or service marks owned by Orion Systems Integrators, LLC. Certain of Orion’s trademarks and/or service marks are registered or the subject of U.S. or foreign applications. All other logos, trademarks, and service marks are the property of their respective owners and are used with permission.</a:t>
            </a:r>
          </a:p>
          <a:p>
            <a:pPr marL="8255" marR="0" lvl="0" indent="0" algn="l" defTabSz="914400" rtl="0" eaLnBrk="1" fontAlgn="auto" latinLnBrk="0" hangingPunct="1">
              <a:lnSpc>
                <a:spcPct val="100000"/>
              </a:lnSpc>
              <a:spcBef>
                <a:spcPts val="0"/>
              </a:spcBef>
              <a:spcAft>
                <a:spcPts val="800"/>
              </a:spcAft>
              <a:buClrTx/>
              <a:buSzTx/>
              <a:buFontTx/>
              <a:buNone/>
              <a:tabLst/>
              <a:defRPr/>
            </a:pPr>
            <a:r>
              <a:rPr kumimoji="0" lang="en-GB" sz="900" b="0" i="0" u="none" strike="noStrike" kern="1200" cap="none" spc="0" normalizeH="0" baseline="0" noProof="0">
                <a:ln>
                  <a:noFill/>
                </a:ln>
                <a:solidFill>
                  <a:srgbClr val="7F7F7F"/>
                </a:solidFill>
                <a:effectLst/>
                <a:uLnTx/>
                <a:uFillTx/>
                <a:latin typeface="Arial"/>
                <a:ea typeface="+mn-ea"/>
                <a:cs typeface="Arial"/>
              </a:rPr>
              <a:t>Copyright © 2026 Orion Systems Integrators, LLC. All Rights Reserved.</a:t>
            </a:r>
          </a:p>
        </p:txBody>
      </p:sp>
      <p:pic>
        <p:nvPicPr>
          <p:cNvPr id="9" name="Graphic 8">
            <a:extLst>
              <a:ext uri="{FF2B5EF4-FFF2-40B4-BE49-F238E27FC236}">
                <a16:creationId xmlns:a16="http://schemas.microsoft.com/office/drawing/2014/main" id="{765811EA-F4FC-C283-7A0E-71CF0F9F6204}"/>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40080" y="640080"/>
            <a:ext cx="1805981" cy="394749"/>
          </a:xfrm>
          <a:prstGeom prst="rect">
            <a:avLst/>
          </a:prstGeom>
        </p:spPr>
      </p:pic>
      <p:sp>
        <p:nvSpPr>
          <p:cNvPr id="19" name="TextBox 18">
            <a:extLst>
              <a:ext uri="{FF2B5EF4-FFF2-40B4-BE49-F238E27FC236}">
                <a16:creationId xmlns:a16="http://schemas.microsoft.com/office/drawing/2014/main" id="{7F5E76D2-F382-0592-682D-F58FCBC6BA5D}"/>
              </a:ext>
            </a:extLst>
          </p:cNvPr>
          <p:cNvSpPr txBox="1"/>
          <p:nvPr/>
        </p:nvSpPr>
        <p:spPr>
          <a:xfrm>
            <a:off x="8926692" y="4623358"/>
            <a:ext cx="2796879" cy="1323439"/>
          </a:xfrm>
          <a:prstGeom prst="rect">
            <a:avLst/>
          </a:prstGeom>
          <a:noFill/>
        </p:spPr>
        <p:txBody>
          <a:bodyPr wrap="square" lIns="91440" tIns="45720" rIns="91440" bIns="45720" rtlCol="0" anchor="t">
            <a:spAutoFit/>
          </a:bodyPr>
          <a:lstStyle/>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4">
                  <a:extLst>
                    <a:ext uri="{A12FA001-AC4F-418D-AE19-62706E023703}">
                      <ahyp:hlinkClr xmlns:ahyp="http://schemas.microsoft.com/office/drawing/2018/hyperlinkcolor" val="tx"/>
                    </a:ext>
                  </a:extLst>
                </a:hlinkClick>
              </a:rPr>
              <a:t>www.orioninnovation.com</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5">
                  <a:extLst>
                    <a:ext uri="{A12FA001-AC4F-418D-AE19-62706E023703}">
                      <ahyp:hlinkClr xmlns:ahyp="http://schemas.microsoft.com/office/drawing/2018/hyperlinkcolor" val="tx"/>
                    </a:ext>
                  </a:extLst>
                </a:hlinkClick>
              </a:rPr>
              <a:t>linkedin.com/company/orioninnovation</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6">
                  <a:extLst>
                    <a:ext uri="{A12FA001-AC4F-418D-AE19-62706E023703}">
                      <ahyp:hlinkClr xmlns:ahyp="http://schemas.microsoft.com/office/drawing/2018/hyperlinkcolor" val="tx"/>
                    </a:ext>
                  </a:extLst>
                </a:hlinkClick>
              </a:rPr>
              <a:t>www.instagram.com/orion.innovation</a:t>
            </a:r>
            <a:endParaRPr kumimoji="0" lang="en-GB" sz="1200" b="0" i="0" u="none" strike="noStrike" kern="1200" cap="none" spc="0" normalizeH="0" baseline="0" noProof="0">
              <a:ln>
                <a:noFill/>
              </a:ln>
              <a:solidFill>
                <a:schemeClr val="bg1"/>
              </a:solidFill>
              <a:effectLst/>
              <a:uLnTx/>
              <a:uFillTx/>
              <a:latin typeface="Arial"/>
              <a:ea typeface="+mn-ea"/>
              <a:cs typeface="Arial"/>
            </a:endParaRPr>
          </a:p>
          <a:p>
            <a:pPr marL="0" marR="0" lvl="0" indent="0" algn="l" defTabSz="685800" rtl="0" eaLnBrk="1" fontAlgn="auto" latinLnBrk="0" hangingPunct="1">
              <a:lnSpc>
                <a:spcPct val="100000"/>
              </a:lnSpc>
              <a:spcBef>
                <a:spcPts val="600"/>
              </a:spcBef>
              <a:spcAft>
                <a:spcPts val="600"/>
              </a:spcAft>
              <a:buClrTx/>
              <a:buSzTx/>
              <a:buFontTx/>
              <a:buNone/>
              <a:tabLst/>
              <a:defRPr/>
            </a:pPr>
            <a:r>
              <a:rPr kumimoji="0" lang="en-GB" sz="1200" b="0" i="0" u="none" strike="noStrike" kern="1200" cap="none" spc="0" normalizeH="0" baseline="0" noProof="0">
                <a:ln>
                  <a:noFill/>
                </a:ln>
                <a:solidFill>
                  <a:schemeClr val="bg1"/>
                </a:solidFill>
                <a:effectLst/>
                <a:uLnTx/>
                <a:uFillTx/>
                <a:latin typeface="Arial"/>
                <a:ea typeface="+mn-ea"/>
                <a:cs typeface="Arial"/>
                <a:hlinkClick r:id="rId7">
                  <a:extLst>
                    <a:ext uri="{A12FA001-AC4F-418D-AE19-62706E023703}">
                      <ahyp:hlinkClr xmlns:ahyp="http://schemas.microsoft.com/office/drawing/2018/hyperlinkcolor" val="tx"/>
                    </a:ext>
                  </a:extLst>
                </a:hlinkClick>
              </a:rPr>
              <a:t>x.com/CurrentlyOrion</a:t>
            </a:r>
            <a:endParaRPr kumimoji="0" lang="en-GB" sz="1200" b="0" i="0" u="none" strike="noStrike" kern="0" cap="none" spc="0" normalizeH="0" baseline="0" noProof="0">
              <a:ln>
                <a:noFill/>
              </a:ln>
              <a:solidFill>
                <a:schemeClr val="bg1"/>
              </a:solidFill>
              <a:effectLst/>
              <a:uLnTx/>
              <a:uFillTx/>
              <a:latin typeface="Arial"/>
              <a:ea typeface="+mn-ea"/>
              <a:cs typeface="Arial"/>
            </a:endParaRPr>
          </a:p>
        </p:txBody>
      </p:sp>
      <p:pic>
        <p:nvPicPr>
          <p:cNvPr id="23" name="Picture 22" descr="Website - Free web icons">
            <a:extLst>
              <a:ext uri="{FF2B5EF4-FFF2-40B4-BE49-F238E27FC236}">
                <a16:creationId xmlns:a16="http://schemas.microsoft.com/office/drawing/2014/main" id="{85DF9A9A-C543-35B7-2ED8-38EFD74BA7F3}"/>
              </a:ext>
            </a:extLst>
          </p:cNvPr>
          <p:cNvPicPr>
            <a:picLocks noChangeAspect="1"/>
          </p:cNvPicPr>
          <p:nvPr/>
        </p:nvPicPr>
        <p:blipFill>
          <a:blip r:embed="rId8">
            <a:extLst>
              <a:ext uri="{BEBA8EAE-BF5A-486C-A8C5-ECC9F3942E4B}">
                <a14:imgProps xmlns:a14="http://schemas.microsoft.com/office/drawing/2010/main">
                  <a14:imgLayer r:embed="rId9">
                    <a14:imgEffect>
                      <a14:brightnessContrast bright="100000"/>
                    </a14:imgEffect>
                  </a14:imgLayer>
                </a14:imgProps>
              </a:ext>
            </a:extLst>
          </a:blip>
          <a:stretch>
            <a:fillRect/>
          </a:stretch>
        </p:blipFill>
        <p:spPr>
          <a:xfrm>
            <a:off x="8738298" y="4664454"/>
            <a:ext cx="218665" cy="218665"/>
          </a:xfrm>
          <a:prstGeom prst="rect">
            <a:avLst/>
          </a:prstGeom>
        </p:spPr>
      </p:pic>
      <p:pic>
        <p:nvPicPr>
          <p:cNvPr id="24" name="Picture 23" descr="Linkedin - Free social media icons">
            <a:extLst>
              <a:ext uri="{FF2B5EF4-FFF2-40B4-BE49-F238E27FC236}">
                <a16:creationId xmlns:a16="http://schemas.microsoft.com/office/drawing/2014/main" id="{24F6F54C-527F-C0A6-28CD-314A2DB89878}"/>
              </a:ext>
            </a:extLst>
          </p:cNvPr>
          <p:cNvPicPr>
            <a:picLocks noChangeAspect="1"/>
          </p:cNvPicPr>
          <p:nvPr userDrawn="1"/>
        </p:nvPicPr>
        <p:blipFill>
          <a:blip r:embed="rId10">
            <a:extLst>
              <a:ext uri="{BEBA8EAE-BF5A-486C-A8C5-ECC9F3942E4B}">
                <a14:imgProps xmlns:a14="http://schemas.microsoft.com/office/drawing/2010/main">
                  <a14:imgLayer r:embed="rId11">
                    <a14:imgEffect>
                      <a14:brightnessContrast bright="100000"/>
                    </a14:imgEffect>
                  </a14:imgLayer>
                </a14:imgProps>
              </a:ext>
            </a:extLst>
          </a:blip>
          <a:stretch>
            <a:fillRect/>
          </a:stretch>
        </p:blipFill>
        <p:spPr>
          <a:xfrm>
            <a:off x="8749162" y="5005792"/>
            <a:ext cx="196936" cy="196936"/>
          </a:xfrm>
          <a:prstGeom prst="rect">
            <a:avLst/>
          </a:prstGeom>
        </p:spPr>
      </p:pic>
      <p:pic>
        <p:nvPicPr>
          <p:cNvPr id="25" name="Picture 24" descr="File:CIS-A2K Instagram Icon (Black).svg - Wikimedia Commons">
            <a:extLst>
              <a:ext uri="{FF2B5EF4-FFF2-40B4-BE49-F238E27FC236}">
                <a16:creationId xmlns:a16="http://schemas.microsoft.com/office/drawing/2014/main" id="{F380B0D0-4207-59F4-E678-A11C01D791D8}"/>
              </a:ext>
            </a:extLst>
          </p:cNvPr>
          <p:cNvPicPr>
            <a:picLocks noChangeAspect="1"/>
          </p:cNvPicPr>
          <p:nvPr userDrawn="1"/>
        </p:nvPicPr>
        <p:blipFill>
          <a:blip r:embed="rId12"/>
          <a:stretch>
            <a:fillRect/>
          </a:stretch>
        </p:blipFill>
        <p:spPr>
          <a:xfrm>
            <a:off x="8701083" y="5299211"/>
            <a:ext cx="293095" cy="293095"/>
          </a:xfrm>
          <a:prstGeom prst="rect">
            <a:avLst/>
          </a:prstGeom>
        </p:spPr>
      </p:pic>
      <p:pic>
        <p:nvPicPr>
          <p:cNvPr id="27" name="Picture 26" descr="Twitter x logo Images - Free Download on Freepik">
            <a:extLst>
              <a:ext uri="{FF2B5EF4-FFF2-40B4-BE49-F238E27FC236}">
                <a16:creationId xmlns:a16="http://schemas.microsoft.com/office/drawing/2014/main" id="{FBF43D94-D6E7-9636-C843-CE31B068483E}"/>
              </a:ext>
            </a:extLst>
          </p:cNvPr>
          <p:cNvPicPr>
            <a:picLocks noChangeAspect="1"/>
          </p:cNvPicPr>
          <p:nvPr userDrawn="1"/>
        </p:nvPicPr>
        <p:blipFill>
          <a:blip r:embed="rId13"/>
          <a:srcRect l="17325" t="17471" r="17848" b="17556"/>
          <a:stretch>
            <a:fillRect/>
          </a:stretch>
        </p:blipFill>
        <p:spPr>
          <a:xfrm>
            <a:off x="8759682" y="5686874"/>
            <a:ext cx="175897" cy="176294"/>
          </a:xfrm>
          <a:prstGeom prst="ellipse">
            <a:avLst/>
          </a:prstGeom>
          <a:ln w="3175">
            <a:solidFill>
              <a:schemeClr val="bg2"/>
            </a:solidFill>
          </a:ln>
        </p:spPr>
      </p:pic>
    </p:spTree>
    <p:extLst>
      <p:ext uri="{BB962C8B-B14F-4D97-AF65-F5344CB8AC3E}">
        <p14:creationId xmlns:p14="http://schemas.microsoft.com/office/powerpoint/2010/main" val="12818313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3" name="Footer Placeholder 12">
            <a:extLst>
              <a:ext uri="{FF2B5EF4-FFF2-40B4-BE49-F238E27FC236}">
                <a16:creationId xmlns:a16="http://schemas.microsoft.com/office/drawing/2014/main" id="{71F5A975-01B0-1E45-A56B-C68FA2410A50}"/>
              </a:ext>
            </a:extLst>
          </p:cNvPr>
          <p:cNvSpPr>
            <a:spLocks noGrp="1"/>
          </p:cNvSpPr>
          <p:nvPr>
            <p:ph type="ftr" sz="quarter" idx="3"/>
          </p:nvPr>
        </p:nvSpPr>
        <p:spPr>
          <a:xfrm>
            <a:off x="609600" y="6413499"/>
            <a:ext cx="4114800" cy="208585"/>
          </a:xfrm>
          <a:prstGeom prst="rect">
            <a:avLst/>
          </a:prstGeom>
        </p:spPr>
        <p:txBody>
          <a:bodyPr vert="horz" lIns="0" tIns="0" rIns="0" bIns="0" rtlCol="0" anchor="b">
            <a:noAutofit/>
          </a:bodyPr>
          <a:lstStyle>
            <a:lvl1pPr algn="l">
              <a:defRPr sz="700" b="0" i="0">
                <a:solidFill>
                  <a:schemeClr val="tx1">
                    <a:tint val="75000"/>
                  </a:schemeClr>
                </a:solidFill>
                <a:latin typeface="Arial" panose="020B0604020202020204" pitchFamily="34" charset="0"/>
                <a:cs typeface="Arial" panose="020B0604020202020204" pitchFamily="34" charset="0"/>
              </a:defRPr>
            </a:lvl1pPr>
          </a:lstStyle>
          <a:p>
            <a:r>
              <a:rPr lang="en-US"/>
              <a:t>Proprietary and Confidential</a:t>
            </a:r>
          </a:p>
        </p:txBody>
      </p:sp>
      <p:sp>
        <p:nvSpPr>
          <p:cNvPr id="5" name="Title Placeholder 4">
            <a:extLst>
              <a:ext uri="{FF2B5EF4-FFF2-40B4-BE49-F238E27FC236}">
                <a16:creationId xmlns:a16="http://schemas.microsoft.com/office/drawing/2014/main" id="{748A1652-E12D-BB40-863C-B183DCEF34DC}"/>
              </a:ext>
            </a:extLst>
          </p:cNvPr>
          <p:cNvSpPr>
            <a:spLocks noGrp="1"/>
          </p:cNvSpPr>
          <p:nvPr>
            <p:ph type="title"/>
          </p:nvPr>
        </p:nvSpPr>
        <p:spPr>
          <a:xfrm>
            <a:off x="609599" y="460376"/>
            <a:ext cx="10972799" cy="312265"/>
          </a:xfrm>
          <a:prstGeom prst="rect">
            <a:avLst/>
          </a:prstGeom>
        </p:spPr>
        <p:txBody>
          <a:bodyPr vert="horz" lIns="0" tIns="0" rIns="0" bIns="0" rtlCol="0" anchor="t">
            <a:spAutoFit/>
          </a:bodyPr>
          <a:lstStyle/>
          <a:p>
            <a:pPr marL="0" lvl="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pPr>
            <a:r>
              <a:rPr lang="en-US"/>
              <a:t>CLICK TO EDIT MASTER TITLE STYLE</a:t>
            </a:r>
          </a:p>
        </p:txBody>
      </p:sp>
      <p:pic>
        <p:nvPicPr>
          <p:cNvPr id="7" name="Picture 6">
            <a:extLst>
              <a:ext uri="{FF2B5EF4-FFF2-40B4-BE49-F238E27FC236}">
                <a16:creationId xmlns:a16="http://schemas.microsoft.com/office/drawing/2014/main" id="{B79AC6D6-695B-DE90-0E74-45050645A13D}"/>
              </a:ext>
            </a:extLst>
          </p:cNvPr>
          <p:cNvPicPr>
            <a:picLocks noChangeAspect="1"/>
          </p:cNvPicPr>
          <p:nvPr userDrawn="1"/>
        </p:nvPicPr>
        <p:blipFill>
          <a:blip r:embed="rId16" cstate="screen">
            <a:alphaModFix amt="40000"/>
            <a:lum bright="70000" contrast="-70000"/>
            <a:extLst>
              <a:ext uri="{28A0092B-C50C-407E-A947-70E740481C1C}">
                <a14:useLocalDpi xmlns:a14="http://schemas.microsoft.com/office/drawing/2010/main"/>
              </a:ext>
            </a:extLst>
          </a:blip>
          <a:stretch>
            <a:fillRect/>
          </a:stretch>
        </p:blipFill>
        <p:spPr>
          <a:xfrm>
            <a:off x="11589025" y="253961"/>
            <a:ext cx="328735" cy="206415"/>
          </a:xfrm>
          <a:prstGeom prst="rect">
            <a:avLst/>
          </a:prstGeom>
        </p:spPr>
      </p:pic>
    </p:spTree>
    <p:extLst>
      <p:ext uri="{BB962C8B-B14F-4D97-AF65-F5344CB8AC3E}">
        <p14:creationId xmlns:p14="http://schemas.microsoft.com/office/powerpoint/2010/main" val="4115792623"/>
      </p:ext>
    </p:extLst>
  </p:cSld>
  <p:clrMap bg1="lt1" tx1="dk1" bg2="lt2" tx2="dk2" accent1="accent1" accent2="accent2" accent3="accent3" accent4="accent4" accent5="accent5" accent6="accent6" hlink="hlink" folHlink="folHlink"/>
  <p:sldLayoutIdLst>
    <p:sldLayoutId id="2147483665" r:id="rId1"/>
    <p:sldLayoutId id="2147483733" r:id="rId2"/>
    <p:sldLayoutId id="2147483666" r:id="rId3"/>
    <p:sldLayoutId id="2147483667" r:id="rId4"/>
    <p:sldLayoutId id="2147483668" r:id="rId5"/>
    <p:sldLayoutId id="2147483669" r:id="rId6"/>
    <p:sldLayoutId id="2147483672" r:id="rId7"/>
    <p:sldLayoutId id="2147483673" r:id="rId8"/>
    <p:sldLayoutId id="2147483674" r:id="rId9"/>
    <p:sldLayoutId id="2147483787" r:id="rId10"/>
    <p:sldLayoutId id="2147483675" r:id="rId11"/>
    <p:sldLayoutId id="2147483786" r:id="rId12"/>
    <p:sldLayoutId id="2147483691" r:id="rId13"/>
    <p:sldLayoutId id="2147483785" r:id="rId14"/>
  </p:sldLayoutIdLst>
  <p:hf hdr="0" dt="0"/>
  <p:txStyles>
    <p:titleStyle>
      <a:lvl1pPr algn="l" defTabSz="1219170" rtl="0" eaLnBrk="1" latinLnBrk="0" hangingPunct="1">
        <a:lnSpc>
          <a:spcPct val="90000"/>
        </a:lnSpc>
        <a:spcBef>
          <a:spcPct val="0"/>
        </a:spcBef>
        <a:buNone/>
        <a:defRPr lang="en-US" sz="2000" b="1" i="0" kern="1200" spc="0" baseline="0" dirty="0">
          <a:gradFill flip="none" rotWithShape="1">
            <a:gsLst>
              <a:gs pos="51000">
                <a:srgbClr val="7E18BE"/>
              </a:gs>
              <a:gs pos="0">
                <a:srgbClr val="0084FF"/>
              </a:gs>
              <a:gs pos="97000">
                <a:srgbClr val="FF5E86"/>
              </a:gs>
            </a:gsLst>
            <a:lin ang="0" scaled="1"/>
            <a:tileRect/>
          </a:gradFill>
          <a:latin typeface="Arial" panose="020B0604020202020204" pitchFamily="34" charset="0"/>
          <a:ea typeface="EB Garamond" pitchFamily="2" charset="0"/>
          <a:cs typeface="Arial" panose="020B0604020202020204" pitchFamily="34" charset="0"/>
        </a:defRPr>
      </a:lvl1pPr>
    </p:titleStyle>
    <p:bodyStyle>
      <a:lvl1pPr marL="18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1pPr>
      <a:lvl2pPr marL="2322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2pPr>
      <a:lvl3pPr marL="462600" indent="0" algn="l" defTabSz="1219170" rtl="0" eaLnBrk="1" latinLnBrk="0" hangingPunct="1">
        <a:lnSpc>
          <a:spcPct val="110000"/>
        </a:lnSpc>
        <a:spcBef>
          <a:spcPts val="400"/>
        </a:spcBef>
        <a:spcAft>
          <a:spcPts val="400"/>
        </a:spcAft>
        <a:buClr>
          <a:schemeClr val="bg2"/>
        </a:buClr>
        <a:buFont typeface="Courier New" panose="02070309020205020404" pitchFamily="49" charset="0"/>
        <a:buNone/>
        <a:tabLst/>
        <a:defRPr sz="2400" b="0" i="0" kern="1200">
          <a:solidFill>
            <a:schemeClr val="tx1"/>
          </a:solidFill>
          <a:latin typeface="+mj-lt"/>
          <a:ea typeface="+mn-ea"/>
          <a:cs typeface="Arial" panose="020B0604020202020204" pitchFamily="34" charset="0"/>
        </a:defRPr>
      </a:lvl3pPr>
      <a:lvl4pPr marL="6930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4pPr>
      <a:lvl5pPr marL="923400" indent="0" algn="l" defTabSz="1219170" rtl="0" eaLnBrk="1" latinLnBrk="0" hangingPunct="1">
        <a:lnSpc>
          <a:spcPct val="110000"/>
        </a:lnSpc>
        <a:spcBef>
          <a:spcPts val="400"/>
        </a:spcBef>
        <a:spcAft>
          <a:spcPts val="400"/>
        </a:spcAft>
        <a:buClr>
          <a:schemeClr val="bg2"/>
        </a:buClr>
        <a:buFont typeface="Arial" panose="020B0604020202020204" pitchFamily="34" charset="0"/>
        <a:buNone/>
        <a:tabLst/>
        <a:defRPr sz="2400" b="0" i="0" kern="1200">
          <a:solidFill>
            <a:schemeClr val="tx1"/>
          </a:solidFill>
          <a:latin typeface="+mj-lt"/>
          <a:ea typeface="+mn-ea"/>
          <a:cs typeface="Arial" panose="020B0604020202020204" pitchFamily="34" charset="0"/>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1400" kern="1200">
          <a:solidFill>
            <a:schemeClr val="tx1"/>
          </a:solidFill>
          <a:latin typeface="+mn-lt"/>
          <a:ea typeface="+mn-ea"/>
          <a:cs typeface="+mn-cs"/>
        </a:defRPr>
      </a:lvl1pPr>
      <a:lvl2pPr marL="609585" algn="l" defTabSz="1219170" rtl="0" eaLnBrk="1" latinLnBrk="0" hangingPunct="1">
        <a:defRPr sz="1400" kern="1200">
          <a:solidFill>
            <a:schemeClr val="tx1"/>
          </a:solidFill>
          <a:latin typeface="+mn-lt"/>
          <a:ea typeface="+mn-ea"/>
          <a:cs typeface="+mn-cs"/>
        </a:defRPr>
      </a:lvl2pPr>
      <a:lvl3pPr marL="1219170" algn="l" defTabSz="1219170" rtl="0" eaLnBrk="1" latinLnBrk="0" hangingPunct="1">
        <a:defRPr sz="1400" kern="1200">
          <a:solidFill>
            <a:schemeClr val="tx1"/>
          </a:solidFill>
          <a:latin typeface="+mn-lt"/>
          <a:ea typeface="+mn-ea"/>
          <a:cs typeface="+mn-cs"/>
        </a:defRPr>
      </a:lvl3pPr>
      <a:lvl4pPr marL="1828754" algn="l" defTabSz="1219170" rtl="0" eaLnBrk="1" latinLnBrk="0" hangingPunct="1">
        <a:defRPr sz="1400" kern="1200">
          <a:solidFill>
            <a:schemeClr val="tx1"/>
          </a:solidFill>
          <a:latin typeface="+mn-lt"/>
          <a:ea typeface="+mn-ea"/>
          <a:cs typeface="+mn-cs"/>
        </a:defRPr>
      </a:lvl4pPr>
      <a:lvl5pPr marL="2438339" algn="l" defTabSz="1219170" rtl="0" eaLnBrk="1" latinLnBrk="0" hangingPunct="1">
        <a:defRPr sz="1400" kern="1200">
          <a:solidFill>
            <a:schemeClr val="tx1"/>
          </a:solidFill>
          <a:latin typeface="+mn-lt"/>
          <a:ea typeface="+mn-ea"/>
          <a:cs typeface="+mn-cs"/>
        </a:defRPr>
      </a:lvl5pPr>
      <a:lvl6pPr marL="3047924" algn="l" defTabSz="1219170" rtl="0" eaLnBrk="1" latinLnBrk="0" hangingPunct="1">
        <a:defRPr sz="1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44">
          <p15:clr>
            <a:srgbClr val="FFFFFF"/>
          </p15:clr>
        </p15:guide>
        <p15:guide id="2" pos="7536">
          <p15:clr>
            <a:srgbClr val="FFFFFF"/>
          </p15:clr>
        </p15:guide>
        <p15:guide id="3" orient="horz" pos="4176">
          <p15:clr>
            <a:srgbClr val="547EBF"/>
          </p15:clr>
        </p15:guide>
        <p15:guide id="4" pos="144">
          <p15:clr>
            <a:srgbClr val="FFFFFF"/>
          </p15:clr>
        </p15:guide>
        <p15:guide id="5" pos="288">
          <p15:clr>
            <a:srgbClr val="5ACBF0"/>
          </p15:clr>
        </p15:guide>
        <p15:guide id="6" orient="horz" pos="4032">
          <p15:clr>
            <a:srgbClr val="5ACBF0"/>
          </p15:clr>
        </p15:guide>
        <p15:guide id="7" orient="horz" pos="290">
          <p15:clr>
            <a:srgbClr val="5ACBF0"/>
          </p15:clr>
        </p15:guide>
        <p15:guide id="9" pos="1464">
          <p15:clr>
            <a:srgbClr val="F26B43"/>
          </p15:clr>
        </p15:guide>
        <p15:guide id="10" pos="840">
          <p15:clr>
            <a:srgbClr val="F26B43"/>
          </p15:clr>
        </p15:guide>
        <p15:guide id="11" pos="2063">
          <p15:clr>
            <a:srgbClr val="F26B43"/>
          </p15:clr>
        </p15:guide>
        <p15:guide id="12" pos="2651">
          <p15:clr>
            <a:srgbClr val="F26B43"/>
          </p15:clr>
        </p15:guide>
        <p15:guide id="13" pos="3250">
          <p15:clr>
            <a:srgbClr val="F26B43"/>
          </p15:clr>
        </p15:guide>
        <p15:guide id="14" pos="3835">
          <p15:clr>
            <a:srgbClr val="F26B43"/>
          </p15:clr>
        </p15:guide>
        <p15:guide id="15" pos="4432">
          <p15:clr>
            <a:srgbClr val="F26B43"/>
          </p15:clr>
        </p15:guide>
        <p15:guide id="16" pos="5022">
          <p15:clr>
            <a:srgbClr val="F26B43"/>
          </p15:clr>
        </p15:guide>
        <p15:guide id="17" pos="5620">
          <p15:clr>
            <a:srgbClr val="F26B43"/>
          </p15:clr>
        </p15:guide>
        <p15:guide id="18" pos="6207">
          <p15:clr>
            <a:srgbClr val="F26B43"/>
          </p15:clr>
        </p15:guide>
        <p15:guide id="19" pos="6802">
          <p15:clr>
            <a:srgbClr val="F26B43"/>
          </p15:clr>
        </p15:guide>
        <p15:guide id="20" orient="horz" pos="756">
          <p15:clr>
            <a:srgbClr val="5ACBF0"/>
          </p15:clr>
        </p15:guide>
        <p15:guide id="21" orient="horz" pos="1225">
          <p15:clr>
            <a:srgbClr val="5ACBF0"/>
          </p15:clr>
        </p15:guide>
        <p15:guide id="22" orient="horz" pos="1692">
          <p15:clr>
            <a:srgbClr val="5ACBF0"/>
          </p15:clr>
        </p15:guide>
        <p15:guide id="23" orient="horz" pos="2157">
          <p15:clr>
            <a:srgbClr val="5ACBF0"/>
          </p15:clr>
        </p15:guide>
        <p15:guide id="24" orient="horz" pos="2629">
          <p15:clr>
            <a:srgbClr val="5ACBF0"/>
          </p15:clr>
        </p15:guide>
        <p15:guide id="25" orient="horz" pos="3096">
          <p15:clr>
            <a:srgbClr val="5ACBF0"/>
          </p15:clr>
        </p15:guide>
        <p15:guide id="26" orient="horz" pos="3570">
          <p15:clr>
            <a:srgbClr val="5ACBF0"/>
          </p15:clr>
        </p15:guide>
        <p15:guide id="29" pos="7392">
          <p15:clr>
            <a:srgbClr val="5ACBF0"/>
          </p15:clr>
        </p15:guide>
        <p15:guide id="30" pos="7440">
          <p15:clr>
            <a:srgbClr val="5ACBF0"/>
          </p15:clr>
        </p15:guide>
        <p15:guide id="31" pos="2400">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04 · Information, Context &amp; Data</a:t>
            </a:r>
          </a:p>
        </p:txBody>
      </p:sp>
      <p:sp>
        <p:nvSpPr>
          <p:cNvPr id="3" name="Text Placeholder 2"/>
          <p:cNvSpPr>
            <a:spLocks noGrp="1"/>
          </p:cNvSpPr>
          <p:nvPr>
            <p:ph type="body" idx="12" sz="quarter"/>
          </p:nvPr>
        </p:nvSpPr>
        <p:spPr/>
        <p:txBody>
          <a:bodyPr/>
          <a:lstStyle/>
          <a:p>
            <a:r>
              <a:rPr>
                <a:solidFill>
                  <a:srgbClr val="D5D5D5"/>
                </a:solidFill>
              </a:rPr>
              <a:t>Four states · ERC · identifiers · state store · memory · cache  (D4, 13 ADRs)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deck covers</a:t>
            </a:r>
          </a:p>
        </p:txBody>
      </p:sp>
      <p:sp>
        <p:nvSpPr>
          <p:cNvPr id="3" name="TextBox 2"/>
          <p:cNvSpPr txBox="1"/>
          <p:nvPr/>
        </p:nvSpPr>
        <p:spPr>
          <a:xfrm>
            <a:off x="822960" y="1737360"/>
            <a:ext cx="5212080" cy="4389120"/>
          </a:xfrm>
          <a:prstGeom prst="rect">
            <a:avLst/>
          </a:prstGeom>
          <a:noFill/>
        </p:spPr>
        <p:txBody>
          <a:bodyPr wrap="square" lIns="0" tIns="0">
            <a:spAutoFit/>
          </a:bodyPr>
          <a:lstStyle/>
          <a:p>
            <a:pPr algn="l">
              <a:spcAft>
                <a:spcPts val="1000"/>
              </a:spcAft>
            </a:pPr>
            <a:r>
              <a:rPr sz="1800" b="1">
                <a:solidFill>
                  <a:srgbClr val="2ACCFF"/>
                </a:solidFill>
                <a:latin typeface="Calibri"/>
              </a:rPr>
              <a:t>▸ </a:t>
            </a:r>
            <a:r>
              <a:rPr sz="1800">
                <a:solidFill>
                  <a:srgbClr val="FFFFFF"/>
                </a:solidFill>
                <a:latin typeface="Calibri"/>
              </a:rPr>
              <a:t>Four state concepts — kept strictly separate</a:t>
            </a:r>
          </a:p>
          <a:p>
            <a:pPr algn="l">
              <a:spcAft>
                <a:spcPts val="1000"/>
              </a:spcAft>
            </a:pPr>
            <a:r>
              <a:rPr sz="1800" b="1">
                <a:solidFill>
                  <a:srgbClr val="2ACCFF"/>
                </a:solidFill>
                <a:latin typeface="Calibri"/>
              </a:rPr>
              <a:t>▸ </a:t>
            </a:r>
            <a:r>
              <a:rPr sz="1800">
                <a:solidFill>
                  <a:srgbClr val="FFFFFF"/>
                </a:solidFill>
                <a:latin typeface="Calibri"/>
              </a:rPr>
              <a:t>ERC — schema, identity, versioning, provenance &amp; authority</a:t>
            </a:r>
          </a:p>
          <a:p>
            <a:pPr algn="l">
              <a:spcAft>
                <a:spcPts val="1000"/>
              </a:spcAft>
            </a:pPr>
            <a:r>
              <a:rPr sz="1800" b="1">
                <a:solidFill>
                  <a:srgbClr val="2ACCFF"/>
                </a:solidFill>
                <a:latin typeface="Calibri"/>
              </a:rPr>
              <a:t>▸ </a:t>
            </a:r>
            <a:r>
              <a:rPr sz="1800">
                <a:solidFill>
                  <a:srgbClr val="FFFFFF"/>
                </a:solidFill>
                <a:latin typeface="Calibri"/>
              </a:rPr>
              <a:t>ERC collection planning &amp; batching (20 per loop)</a:t>
            </a:r>
          </a:p>
          <a:p>
            <a:pPr algn="l">
              <a:spcAft>
                <a:spcPts val="1000"/>
              </a:spcAft>
            </a:pPr>
            <a:r>
              <a:rPr sz="1800" b="1">
                <a:solidFill>
                  <a:srgbClr val="2ACCFF"/>
                </a:solidFill>
                <a:latin typeface="Calibri"/>
              </a:rPr>
              <a:t>▸ </a:t>
            </a:r>
            <a:r>
              <a:rPr sz="1800">
                <a:solidFill>
                  <a:srgbClr val="FFFFFF"/>
                </a:solidFill>
                <a:latin typeface="Calibri"/>
              </a:rPr>
              <a:t>ERC partial-failure semantics &amp; event refresh</a:t>
            </a:r>
          </a:p>
          <a:p>
            <a:pPr algn="l">
              <a:spcAft>
                <a:spcPts val="1000"/>
              </a:spcAft>
            </a:pPr>
            <a:r>
              <a:rPr sz="1800" b="1">
                <a:solidFill>
                  <a:srgbClr val="2ACCFF"/>
                </a:solidFill>
                <a:latin typeface="Calibri"/>
              </a:rPr>
              <a:t>▸ </a:t>
            </a:r>
            <a:r>
              <a:rPr sz="1800">
                <a:solidFill>
                  <a:srgbClr val="FFFFFF"/>
                </a:solidFill>
                <a:latin typeface="Calibri"/>
              </a:rPr>
              <a:t>Data &amp; knowledge architecture; canonical identifiers</a:t>
            </a:r>
          </a:p>
        </p:txBody>
      </p:sp>
      <p:sp>
        <p:nvSpPr>
          <p:cNvPr id="4" name="TextBox 3"/>
          <p:cNvSpPr txBox="1"/>
          <p:nvPr/>
        </p:nvSpPr>
        <p:spPr>
          <a:xfrm>
            <a:off x="6309360" y="1737360"/>
            <a:ext cx="5212080" cy="4389120"/>
          </a:xfrm>
          <a:prstGeom prst="rect">
            <a:avLst/>
          </a:prstGeom>
          <a:noFill/>
        </p:spPr>
        <p:txBody>
          <a:bodyPr wrap="square" lIns="0" tIns="0">
            <a:spAutoFit/>
          </a:bodyPr>
          <a:lstStyle/>
          <a:p>
            <a:pPr algn="l">
              <a:spcAft>
                <a:spcPts val="1000"/>
              </a:spcAft>
            </a:pPr>
            <a:r>
              <a:rPr sz="1800" b="1">
                <a:solidFill>
                  <a:srgbClr val="2ACCFF"/>
                </a:solidFill>
                <a:latin typeface="Calibri"/>
              </a:rPr>
              <a:t>▸ </a:t>
            </a:r>
            <a:r>
              <a:rPr sz="1800">
                <a:solidFill>
                  <a:srgbClr val="FFFFFF"/>
                </a:solidFill>
                <a:latin typeface="Calibri"/>
              </a:rPr>
              <a:t>Metadata response envelope &amp; error codes</a:t>
            </a:r>
          </a:p>
          <a:p>
            <a:pPr algn="l">
              <a:spcAft>
                <a:spcPts val="1000"/>
              </a:spcAft>
            </a:pPr>
            <a:r>
              <a:rPr sz="1800" b="1">
                <a:solidFill>
                  <a:srgbClr val="2ACCFF"/>
                </a:solidFill>
                <a:latin typeface="Calibri"/>
              </a:rPr>
              <a:t>▸ </a:t>
            </a:r>
            <a:r>
              <a:rPr sz="1800">
                <a:solidFill>
                  <a:srgbClr val="FFFFFF"/>
                </a:solidFill>
                <a:latin typeface="Calibri"/>
              </a:rPr>
              <a:t>Session/conversation state store — Azure Managed Redis</a:t>
            </a:r>
          </a:p>
          <a:p>
            <a:pPr algn="l">
              <a:spcAft>
                <a:spcPts val="1000"/>
              </a:spcAft>
            </a:pPr>
            <a:r>
              <a:rPr sz="1800" b="1">
                <a:solidFill>
                  <a:srgbClr val="2ACCFF"/>
                </a:solidFill>
                <a:latin typeface="Calibri"/>
              </a:rPr>
              <a:t>▸ </a:t>
            </a:r>
            <a:r>
              <a:rPr sz="1800">
                <a:solidFill>
                  <a:srgbClr val="FFFFFF"/>
                </a:solidFill>
                <a:latin typeface="Calibri"/>
              </a:rPr>
              <a:t>Memory architecture</a:t>
            </a:r>
          </a:p>
          <a:p>
            <a:pPr algn="l">
              <a:spcAft>
                <a:spcPts val="1000"/>
              </a:spcAft>
            </a:pPr>
            <a:r>
              <a:rPr sz="1800" b="1">
                <a:solidFill>
                  <a:srgbClr val="2ACCFF"/>
                </a:solidFill>
                <a:latin typeface="Calibri"/>
              </a:rPr>
              <a:t>▸ </a:t>
            </a:r>
            <a:r>
              <a:rPr sz="1800">
                <a:solidFill>
                  <a:srgbClr val="FFFFFF"/>
                </a:solidFill>
                <a:latin typeface="Calibri"/>
              </a:rPr>
              <a:t>Cache architecture &amp; platform-global scope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state concepts — strictly separate</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D4-01</a:t>
            </a:r>
          </a:p>
        </p:txBody>
      </p:sp>
      <p:sp>
        <p:nvSpPr>
          <p:cNvPr id="4" name="Rounded Rectangle 3"/>
          <p:cNvSpPr/>
          <p:nvPr/>
        </p:nvSpPr>
        <p:spPr>
          <a:xfrm>
            <a:off x="822960" y="1828800"/>
            <a:ext cx="5074920" cy="1874519"/>
          </a:xfrm>
          <a:prstGeom prst="roundRect">
            <a:avLst/>
          </a:prstGeom>
          <a:solidFill>
            <a:srgbClr val="14161C"/>
          </a:solidFill>
          <a:ln w="15875">
            <a:solidFill>
              <a:srgbClr val="2ACC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5" name="TextBox 4"/>
          <p:cNvSpPr txBox="1"/>
          <p:nvPr/>
        </p:nvSpPr>
        <p:spPr>
          <a:xfrm>
            <a:off x="1097280" y="2057400"/>
            <a:ext cx="4572000" cy="457200"/>
          </a:xfrm>
          <a:prstGeom prst="rect">
            <a:avLst/>
          </a:prstGeom>
          <a:noFill/>
        </p:spPr>
        <p:txBody>
          <a:bodyPr wrap="square" anchor="t" lIns="0" rIns="0" tIns="0" bIns="0">
            <a:spAutoFit/>
          </a:bodyPr>
          <a:lstStyle/>
          <a:p>
            <a:pPr algn="l"/>
            <a:r>
              <a:rPr sz="1800" b="1" i="0">
                <a:solidFill>
                  <a:srgbClr val="2ACCFF"/>
                </a:solidFill>
                <a:latin typeface="Calibri"/>
              </a:rPr>
              <a:t>Conversation State</a:t>
            </a:r>
          </a:p>
        </p:txBody>
      </p:sp>
      <p:sp>
        <p:nvSpPr>
          <p:cNvPr id="6" name="TextBox 5"/>
          <p:cNvSpPr txBox="1"/>
          <p:nvPr/>
        </p:nvSpPr>
        <p:spPr>
          <a:xfrm>
            <a:off x="1097280" y="2697480"/>
            <a:ext cx="4572000" cy="822960"/>
          </a:xfrm>
          <a:prstGeom prst="rect">
            <a:avLst/>
          </a:prstGeom>
          <a:noFill/>
        </p:spPr>
        <p:txBody>
          <a:bodyPr wrap="square" anchor="t" lIns="0" rIns="0" tIns="0" bIns="0">
            <a:spAutoFit/>
          </a:bodyPr>
          <a:lstStyle/>
          <a:p>
            <a:pPr algn="l"/>
            <a:r>
              <a:rPr sz="1300" b="0" i="0">
                <a:solidFill>
                  <a:srgbClr val="D5D5D5"/>
                </a:solidFill>
                <a:latin typeface="Calibri"/>
              </a:rPr>
              <a:t>turns, messages, intent</a:t>
            </a:r>
          </a:p>
        </p:txBody>
      </p:sp>
      <p:sp>
        <p:nvSpPr>
          <p:cNvPr id="7" name="Rounded Rectangle 6"/>
          <p:cNvSpPr/>
          <p:nvPr/>
        </p:nvSpPr>
        <p:spPr>
          <a:xfrm>
            <a:off x="6263640" y="1828800"/>
            <a:ext cx="5074920" cy="1874519"/>
          </a:xfrm>
          <a:prstGeom prst="roundRect">
            <a:avLst/>
          </a:prstGeom>
          <a:solidFill>
            <a:srgbClr val="14161C"/>
          </a:solidFill>
          <a:ln w="15875">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8" name="TextBox 7"/>
          <p:cNvSpPr txBox="1"/>
          <p:nvPr/>
        </p:nvSpPr>
        <p:spPr>
          <a:xfrm>
            <a:off x="6537959" y="2057400"/>
            <a:ext cx="4572000" cy="457200"/>
          </a:xfrm>
          <a:prstGeom prst="rect">
            <a:avLst/>
          </a:prstGeom>
          <a:noFill/>
        </p:spPr>
        <p:txBody>
          <a:bodyPr wrap="square" anchor="t" lIns="0" rIns="0" tIns="0" bIns="0">
            <a:spAutoFit/>
          </a:bodyPr>
          <a:lstStyle/>
          <a:p>
            <a:pPr algn="l"/>
            <a:r>
              <a:rPr sz="1800" b="1" i="0">
                <a:solidFill>
                  <a:srgbClr val="0283FF"/>
                </a:solidFill>
                <a:latin typeface="Calibri"/>
              </a:rPr>
              <a:t>Session State</a:t>
            </a:r>
          </a:p>
        </p:txBody>
      </p:sp>
      <p:sp>
        <p:nvSpPr>
          <p:cNvPr id="9" name="TextBox 8"/>
          <p:cNvSpPr txBox="1"/>
          <p:nvPr/>
        </p:nvSpPr>
        <p:spPr>
          <a:xfrm>
            <a:off x="6537959" y="2697480"/>
            <a:ext cx="4572000" cy="822960"/>
          </a:xfrm>
          <a:prstGeom prst="rect">
            <a:avLst/>
          </a:prstGeom>
          <a:noFill/>
        </p:spPr>
        <p:txBody>
          <a:bodyPr wrap="square" anchor="t" lIns="0" rIns="0" tIns="0" bIns="0">
            <a:spAutoFit/>
          </a:bodyPr>
          <a:lstStyle/>
          <a:p>
            <a:pPr algn="l"/>
            <a:r>
              <a:rPr sz="1300" b="0" i="0">
                <a:solidFill>
                  <a:srgbClr val="D5D5D5"/>
                </a:solidFill>
                <a:latin typeface="Calibri"/>
              </a:rPr>
              <a:t>auth context, correlation, TTL</a:t>
            </a:r>
          </a:p>
        </p:txBody>
      </p:sp>
      <p:sp>
        <p:nvSpPr>
          <p:cNvPr id="10" name="Rounded Rectangle 9"/>
          <p:cNvSpPr/>
          <p:nvPr/>
        </p:nvSpPr>
        <p:spPr>
          <a:xfrm>
            <a:off x="822960" y="3977639"/>
            <a:ext cx="5074920" cy="1874519"/>
          </a:xfrm>
          <a:prstGeom prst="roundRect">
            <a:avLst/>
          </a:prstGeom>
          <a:solidFill>
            <a:srgbClr val="14161C"/>
          </a:solidFill>
          <a:ln w="15875">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1" name="TextBox 10"/>
          <p:cNvSpPr txBox="1"/>
          <p:nvPr/>
        </p:nvSpPr>
        <p:spPr>
          <a:xfrm>
            <a:off x="1097280" y="4206240"/>
            <a:ext cx="4572000" cy="457200"/>
          </a:xfrm>
          <a:prstGeom prst="rect">
            <a:avLst/>
          </a:prstGeom>
          <a:noFill/>
        </p:spPr>
        <p:txBody>
          <a:bodyPr wrap="square" anchor="t" lIns="0" rIns="0" tIns="0" bIns="0">
            <a:spAutoFit/>
          </a:bodyPr>
          <a:lstStyle/>
          <a:p>
            <a:pPr algn="l"/>
            <a:r>
              <a:rPr sz="1800" b="1" i="0">
                <a:solidFill>
                  <a:srgbClr val="48E84A"/>
                </a:solidFill>
                <a:latin typeface="Calibri"/>
              </a:rPr>
              <a:t>Workflow / Agent State</a:t>
            </a:r>
          </a:p>
        </p:txBody>
      </p:sp>
      <p:sp>
        <p:nvSpPr>
          <p:cNvPr id="12" name="TextBox 11"/>
          <p:cNvSpPr txBox="1"/>
          <p:nvPr/>
        </p:nvSpPr>
        <p:spPr>
          <a:xfrm>
            <a:off x="1097280" y="4846320"/>
            <a:ext cx="4572000" cy="822960"/>
          </a:xfrm>
          <a:prstGeom prst="rect">
            <a:avLst/>
          </a:prstGeom>
          <a:noFill/>
        </p:spPr>
        <p:txBody>
          <a:bodyPr wrap="square" anchor="t" lIns="0" rIns="0" tIns="0" bIns="0">
            <a:spAutoFit/>
          </a:bodyPr>
          <a:lstStyle/>
          <a:p>
            <a:pPr algn="l"/>
            <a:r>
              <a:rPr sz="1300" b="0" i="0">
                <a:solidFill>
                  <a:srgbClr val="D5D5D5"/>
                </a:solidFill>
                <a:latin typeface="Calibri"/>
              </a:rPr>
              <a:t>graph state, steps, HIL, checkpoints</a:t>
            </a:r>
          </a:p>
        </p:txBody>
      </p:sp>
      <p:sp>
        <p:nvSpPr>
          <p:cNvPr id="13" name="Rounded Rectangle 12"/>
          <p:cNvSpPr/>
          <p:nvPr/>
        </p:nvSpPr>
        <p:spPr>
          <a:xfrm>
            <a:off x="6263640" y="3977639"/>
            <a:ext cx="5074920" cy="1874519"/>
          </a:xfrm>
          <a:prstGeom prst="roundRect">
            <a:avLst/>
          </a:prstGeom>
          <a:solidFill>
            <a:srgbClr val="14161C"/>
          </a:solidFill>
          <a:ln w="15875">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14" name="TextBox 13"/>
          <p:cNvSpPr txBox="1"/>
          <p:nvPr/>
        </p:nvSpPr>
        <p:spPr>
          <a:xfrm>
            <a:off x="6537959" y="4206240"/>
            <a:ext cx="4572000" cy="457200"/>
          </a:xfrm>
          <a:prstGeom prst="rect">
            <a:avLst/>
          </a:prstGeom>
          <a:noFill/>
        </p:spPr>
        <p:txBody>
          <a:bodyPr wrap="square" anchor="t" lIns="0" rIns="0" tIns="0" bIns="0">
            <a:spAutoFit/>
          </a:bodyPr>
          <a:lstStyle/>
          <a:p>
            <a:pPr algn="l"/>
            <a:r>
              <a:rPr sz="1800" b="1" i="0">
                <a:solidFill>
                  <a:srgbClr val="FE2579"/>
                </a:solidFill>
                <a:latin typeface="Calibri"/>
              </a:rPr>
              <a:t>Enterprise Business State</a:t>
            </a:r>
          </a:p>
        </p:txBody>
      </p:sp>
      <p:sp>
        <p:nvSpPr>
          <p:cNvPr id="15" name="TextBox 14"/>
          <p:cNvSpPr txBox="1"/>
          <p:nvPr/>
        </p:nvSpPr>
        <p:spPr>
          <a:xfrm>
            <a:off x="6537959" y="4846320"/>
            <a:ext cx="4572000" cy="822960"/>
          </a:xfrm>
          <a:prstGeom prst="rect">
            <a:avLst/>
          </a:prstGeom>
          <a:noFill/>
        </p:spPr>
        <p:txBody>
          <a:bodyPr wrap="square" anchor="t" lIns="0" rIns="0" tIns="0" bIns="0">
            <a:spAutoFit/>
          </a:bodyPr>
          <a:lstStyle/>
          <a:p>
            <a:pPr algn="l"/>
            <a:r>
              <a:rPr sz="1300" b="0" i="0">
                <a:solidFill>
                  <a:srgbClr val="D5D5D5"/>
                </a:solidFill>
                <a:latin typeface="Calibri"/>
              </a:rPr>
              <a:t>system-of-record truth — owned by PFF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ERC — Enterprise Runtime Context</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D4-02 / D4-03</a:t>
            </a:r>
          </a:p>
        </p:txBody>
      </p:sp>
      <p:sp>
        <p:nvSpPr>
          <p:cNvPr id="4" name="TextBox 3"/>
          <p:cNvSpPr txBox="1"/>
          <p:nvPr/>
        </p:nvSpPr>
        <p:spPr>
          <a:xfrm>
            <a:off x="82296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Schema, identity, versioning</a:t>
            </a:r>
          </a:p>
        </p:txBody>
      </p:sp>
      <p:sp>
        <p:nvSpPr>
          <p:cNvPr id="5" name="TextBox 4"/>
          <p:cNvSpPr txBox="1"/>
          <p:nvPr/>
        </p:nvSpPr>
        <p:spPr>
          <a:xfrm>
            <a:off x="82296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ERC is the validated, typed snapshot of enterprise context for a workflow.</a:t>
            </a:r>
          </a:p>
          <a:p>
            <a:pPr algn="l">
              <a:spcAft>
                <a:spcPts val="1200"/>
              </a:spcAft>
            </a:pPr>
            <a:r>
              <a:rPr sz="1500" b="1">
                <a:solidFill>
                  <a:srgbClr val="2ACCFF"/>
                </a:solidFill>
                <a:latin typeface="Calibri"/>
              </a:rPr>
              <a:t>▸ </a:t>
            </a:r>
            <a:r>
              <a:rPr sz="1500">
                <a:solidFill>
                  <a:srgbClr val="FFFFFF"/>
                </a:solidFill>
                <a:latin typeface="Calibri"/>
              </a:rPr>
              <a:t>Stable schema with identity &amp; versioning (D4-02).</a:t>
            </a:r>
          </a:p>
          <a:p>
            <a:pPr algn="l">
              <a:spcAft>
                <a:spcPts val="1200"/>
              </a:spcAft>
            </a:pPr>
            <a:r>
              <a:rPr sz="1500" b="1">
                <a:solidFill>
                  <a:srgbClr val="2ACCFF"/>
                </a:solidFill>
                <a:latin typeface="Calibri"/>
              </a:rPr>
              <a:t>▸ </a:t>
            </a:r>
            <a:r>
              <a:rPr sz="1500">
                <a:solidFill>
                  <a:srgbClr val="FFFFFF"/>
                </a:solidFill>
                <a:latin typeface="Calibri"/>
              </a:rPr>
              <a:t>Pydantic at the boundary; never raw pass-through.</a:t>
            </a:r>
          </a:p>
        </p:txBody>
      </p:sp>
      <p:sp>
        <p:nvSpPr>
          <p:cNvPr id="6" name="TextBox 5"/>
          <p:cNvSpPr txBox="1"/>
          <p:nvPr/>
        </p:nvSpPr>
        <p:spPr>
          <a:xfrm>
            <a:off x="626364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Provenance, freshness, authority</a:t>
            </a:r>
          </a:p>
        </p:txBody>
      </p:sp>
      <p:sp>
        <p:nvSpPr>
          <p:cNvPr id="7" name="TextBox 6"/>
          <p:cNvSpPr txBox="1"/>
          <p:nvPr/>
        </p:nvSpPr>
        <p:spPr>
          <a:xfrm>
            <a:off x="626364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Every ERC value carries provenance &amp; freshness (D4-03).</a:t>
            </a:r>
          </a:p>
          <a:p>
            <a:pPr algn="l">
              <a:spcAft>
                <a:spcPts val="1200"/>
              </a:spcAft>
            </a:pPr>
            <a:r>
              <a:rPr sz="1500" b="1">
                <a:solidFill>
                  <a:srgbClr val="2ACCFF"/>
                </a:solidFill>
                <a:latin typeface="Calibri"/>
              </a:rPr>
              <a:t>▸ </a:t>
            </a:r>
            <a:r>
              <a:rPr sz="1500">
                <a:solidFill>
                  <a:srgbClr val="FFFFFF"/>
                </a:solidFill>
                <a:latin typeface="Calibri"/>
              </a:rPr>
              <a:t>ERC sits just below Enterprise API/Event in the precedence chain.</a:t>
            </a:r>
          </a:p>
          <a:p>
            <a:pPr algn="l">
              <a:spcAft>
                <a:spcPts val="1200"/>
              </a:spcAft>
            </a:pPr>
            <a:r>
              <a:rPr sz="1500" b="1">
                <a:solidFill>
                  <a:srgbClr val="2ACCFF"/>
                </a:solidFill>
                <a:latin typeface="Calibri"/>
              </a:rPr>
              <a:t>▸ </a:t>
            </a:r>
            <a:r>
              <a:rPr sz="1500">
                <a:solidFill>
                  <a:srgbClr val="FFFFFF"/>
                </a:solidFill>
                <a:latin typeface="Calibri"/>
              </a:rPr>
              <a:t>A PARTIAL ERC is never presented as COMPLETE.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ERC collection &amp; batching</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D4-04 · controlled, bounded</a:t>
            </a:r>
          </a:p>
        </p:txBody>
      </p:sp>
      <p:sp>
        <p:nvSpPr>
          <p:cNvPr id="4" name="TextBox 3"/>
          <p:cNvSpPr txBox="1"/>
          <p:nvPr/>
        </p:nvSpPr>
        <p:spPr>
          <a:xfrm>
            <a:off x="822960" y="1783080"/>
            <a:ext cx="10515600" cy="365760"/>
          </a:xfrm>
          <a:prstGeom prst="rect">
            <a:avLst/>
          </a:prstGeom>
          <a:noFill/>
        </p:spPr>
        <p:txBody>
          <a:bodyPr wrap="square" anchor="t" lIns="0" rIns="0" tIns="0" bIns="0">
            <a:spAutoFit/>
          </a:bodyPr>
          <a:lstStyle/>
          <a:p>
            <a:pPr algn="l"/>
            <a:r>
              <a:rPr sz="1500" b="1" i="0">
                <a:solidFill>
                  <a:srgbClr val="2ACCFF"/>
                </a:solidFill>
                <a:latin typeface="Calibri"/>
              </a:rPr>
              <a:t>100 teams  ÷  20 per loop  =  5 controlled batches  →  aggregate</a:t>
            </a:r>
          </a:p>
        </p:txBody>
      </p:sp>
      <p:sp>
        <p:nvSpPr>
          <p:cNvPr id="5" name="Rounded Rectangle 4"/>
          <p:cNvSpPr/>
          <p:nvPr/>
        </p:nvSpPr>
        <p:spPr>
          <a:xfrm>
            <a:off x="822960" y="2377440"/>
            <a:ext cx="1600200" cy="777240"/>
          </a:xfrm>
          <a:prstGeom prst="roundRect">
            <a:avLst/>
          </a:prstGeom>
          <a:solidFill>
            <a:srgbClr val="1E222B"/>
          </a:solidFill>
          <a:ln w="15875">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Batch 1</a:t>
            </a:r>
          </a:p>
          <a:p>
            <a:pPr algn="ctr"/>
            <a:r>
              <a:rPr sz="1200" b="1">
                <a:solidFill>
                  <a:srgbClr val="FFFFFF"/>
                </a:solidFill>
                <a:latin typeface="Calibri"/>
              </a:rPr>
              <a:t>20 teams</a:t>
            </a:r>
          </a:p>
        </p:txBody>
      </p:sp>
      <p:cxnSp>
        <p:nvCxnSpPr>
          <p:cNvPr id="6" name="Connector 5"/>
          <p:cNvCxnSpPr/>
          <p:nvPr/>
        </p:nvCxnSpPr>
        <p:spPr>
          <a:xfrm>
            <a:off x="2423160" y="2766060"/>
            <a:ext cx="6903720" cy="800100"/>
          </a:xfrm>
          <a:prstGeom prst="line">
            <a:avLst/>
          </a:prstGeom>
          <a:ln w="13970">
            <a:solidFill>
              <a:srgbClr val="D5D5D5"/>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679192" y="2377440"/>
            <a:ext cx="1600200" cy="777240"/>
          </a:xfrm>
          <a:prstGeom prst="roundRect">
            <a:avLst/>
          </a:prstGeom>
          <a:solidFill>
            <a:srgbClr val="1E222B"/>
          </a:solidFill>
          <a:ln w="15875">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Batch 2</a:t>
            </a:r>
          </a:p>
          <a:p>
            <a:pPr algn="ctr"/>
            <a:r>
              <a:rPr sz="1200" b="1">
                <a:solidFill>
                  <a:srgbClr val="FFFFFF"/>
                </a:solidFill>
                <a:latin typeface="Calibri"/>
              </a:rPr>
              <a:t>20 teams</a:t>
            </a:r>
          </a:p>
        </p:txBody>
      </p:sp>
      <p:cxnSp>
        <p:nvCxnSpPr>
          <p:cNvPr id="8" name="Connector 7"/>
          <p:cNvCxnSpPr/>
          <p:nvPr/>
        </p:nvCxnSpPr>
        <p:spPr>
          <a:xfrm>
            <a:off x="4279392" y="2766060"/>
            <a:ext cx="5047488" cy="800100"/>
          </a:xfrm>
          <a:prstGeom prst="line">
            <a:avLst/>
          </a:prstGeom>
          <a:ln w="13970">
            <a:solidFill>
              <a:srgbClr val="D5D5D5"/>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35424" y="2377440"/>
            <a:ext cx="1600200" cy="777240"/>
          </a:xfrm>
          <a:prstGeom prst="roundRect">
            <a:avLst/>
          </a:prstGeom>
          <a:solidFill>
            <a:srgbClr val="1E222B"/>
          </a:solidFill>
          <a:ln w="15875">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Batch 3</a:t>
            </a:r>
          </a:p>
          <a:p>
            <a:pPr algn="ctr"/>
            <a:r>
              <a:rPr sz="1200" b="1">
                <a:solidFill>
                  <a:srgbClr val="FFFFFF"/>
                </a:solidFill>
                <a:latin typeface="Calibri"/>
              </a:rPr>
              <a:t>20 teams</a:t>
            </a:r>
          </a:p>
        </p:txBody>
      </p:sp>
      <p:cxnSp>
        <p:nvCxnSpPr>
          <p:cNvPr id="10" name="Connector 9"/>
          <p:cNvCxnSpPr/>
          <p:nvPr/>
        </p:nvCxnSpPr>
        <p:spPr>
          <a:xfrm>
            <a:off x="6135624" y="2766060"/>
            <a:ext cx="3191256" cy="800100"/>
          </a:xfrm>
          <a:prstGeom prst="line">
            <a:avLst/>
          </a:prstGeom>
          <a:ln w="13970">
            <a:solidFill>
              <a:srgbClr val="D5D5D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391656" y="2377440"/>
            <a:ext cx="1600200" cy="777240"/>
          </a:xfrm>
          <a:prstGeom prst="roundRect">
            <a:avLst/>
          </a:prstGeom>
          <a:solidFill>
            <a:srgbClr val="1E222B"/>
          </a:solidFill>
          <a:ln w="15875">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Batch 4</a:t>
            </a:r>
          </a:p>
          <a:p>
            <a:pPr algn="ctr"/>
            <a:r>
              <a:rPr sz="1200" b="1">
                <a:solidFill>
                  <a:srgbClr val="FFFFFF"/>
                </a:solidFill>
                <a:latin typeface="Calibri"/>
              </a:rPr>
              <a:t>20 teams</a:t>
            </a:r>
          </a:p>
        </p:txBody>
      </p:sp>
      <p:cxnSp>
        <p:nvCxnSpPr>
          <p:cNvPr id="12" name="Connector 11"/>
          <p:cNvCxnSpPr/>
          <p:nvPr/>
        </p:nvCxnSpPr>
        <p:spPr>
          <a:xfrm>
            <a:off x="7991856" y="2766060"/>
            <a:ext cx="1335024" cy="800100"/>
          </a:xfrm>
          <a:prstGeom prst="line">
            <a:avLst/>
          </a:prstGeom>
          <a:ln w="13970">
            <a:solidFill>
              <a:srgbClr val="D5D5D5"/>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47888" y="2377440"/>
            <a:ext cx="1600200" cy="777240"/>
          </a:xfrm>
          <a:prstGeom prst="roundRect">
            <a:avLst/>
          </a:prstGeom>
          <a:solidFill>
            <a:srgbClr val="1E222B"/>
          </a:solidFill>
          <a:ln w="15875">
            <a:solidFill>
              <a:srgbClr val="0283F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200" b="1">
                <a:solidFill>
                  <a:srgbClr val="FFFFFF"/>
                </a:solidFill>
                <a:latin typeface="Calibri"/>
              </a:rPr>
              <a:t>Batch 5</a:t>
            </a:r>
          </a:p>
          <a:p>
            <a:pPr algn="ctr"/>
            <a:r>
              <a:rPr sz="1200" b="1">
                <a:solidFill>
                  <a:srgbClr val="FFFFFF"/>
                </a:solidFill>
                <a:latin typeface="Calibri"/>
              </a:rPr>
              <a:t>20 teams</a:t>
            </a:r>
          </a:p>
        </p:txBody>
      </p:sp>
      <p:cxnSp>
        <p:nvCxnSpPr>
          <p:cNvPr id="14" name="Connector 13"/>
          <p:cNvCxnSpPr/>
          <p:nvPr/>
        </p:nvCxnSpPr>
        <p:spPr>
          <a:xfrm flipH="1">
            <a:off x="9326880" y="2766060"/>
            <a:ext cx="521208" cy="800100"/>
          </a:xfrm>
          <a:prstGeom prst="line">
            <a:avLst/>
          </a:prstGeom>
          <a:ln w="13970">
            <a:solidFill>
              <a:srgbClr val="D5D5D5"/>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326880" y="3246120"/>
            <a:ext cx="1920240" cy="822960"/>
          </a:xfrm>
          <a:prstGeom prst="roundRect">
            <a:avLst/>
          </a:prstGeom>
          <a:solidFill>
            <a:srgbClr val="14161C"/>
          </a:solidFill>
          <a:ln w="15875">
            <a:solidFill>
              <a:srgbClr val="48E84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ERC</a:t>
            </a:r>
          </a:p>
          <a:p>
            <a:pPr algn="ctr"/>
            <a:r>
              <a:rPr sz="1300" b="1">
                <a:solidFill>
                  <a:srgbClr val="FFFFFF"/>
                </a:solidFill>
                <a:latin typeface="Calibri"/>
              </a:rPr>
              <a:t>Aggregator</a:t>
            </a:r>
          </a:p>
        </p:txBody>
      </p:sp>
      <p:sp>
        <p:nvSpPr>
          <p:cNvPr id="16" name="TextBox 15"/>
          <p:cNvSpPr txBox="1"/>
          <p:nvPr/>
        </p:nvSpPr>
        <p:spPr>
          <a:xfrm>
            <a:off x="822960" y="4389120"/>
            <a:ext cx="10515600" cy="1645920"/>
          </a:xfrm>
          <a:prstGeom prst="rect">
            <a:avLst/>
          </a:prstGeom>
          <a:noFill/>
        </p:spPr>
        <p:txBody>
          <a:bodyPr wrap="square" lIns="0" tIns="0">
            <a:spAutoFit/>
          </a:bodyPr>
          <a:lstStyle/>
          <a:p>
            <a:pPr algn="l">
              <a:spcAft>
                <a:spcPts val="1100"/>
              </a:spcAft>
            </a:pPr>
            <a:r>
              <a:rPr sz="1400" b="1">
                <a:solidFill>
                  <a:srgbClr val="2ACCFF"/>
                </a:solidFill>
                <a:latin typeface="Calibri"/>
              </a:rPr>
              <a:t>▸ </a:t>
            </a:r>
            <a:r>
              <a:rPr sz="1400">
                <a:solidFill>
                  <a:srgbClr val="FFFFFF"/>
                </a:solidFill>
                <a:latin typeface="Calibri"/>
              </a:rPr>
              <a:t>Batch size is tuned to API limits, context window, memory, latency and token cost — not increased blindly.</a:t>
            </a:r>
          </a:p>
          <a:p>
            <a:pPr algn="l">
              <a:spcAft>
                <a:spcPts val="1100"/>
              </a:spcAft>
            </a:pPr>
            <a:r>
              <a:rPr sz="1400" b="1">
                <a:solidFill>
                  <a:srgbClr val="2ACCFF"/>
                </a:solidFill>
                <a:latin typeface="Calibri"/>
              </a:rPr>
              <a:t>▸ </a:t>
            </a:r>
            <a:r>
              <a:rPr sz="1400">
                <a:solidFill>
                  <a:srgbClr val="FFFFFF"/>
                </a:solidFill>
                <a:latin typeface="Calibri"/>
              </a:rPr>
              <a:t>Same principle for 100+ officials. Batches parallelise only when enterprise operations are independent.</a:t>
            </a:r>
          </a:p>
          <a:p>
            <a:pPr algn="l">
              <a:spcAft>
                <a:spcPts val="1100"/>
              </a:spcAft>
            </a:pPr>
            <a:r>
              <a:rPr sz="1400" b="1">
                <a:solidFill>
                  <a:srgbClr val="2ACCFF"/>
                </a:solidFill>
                <a:latin typeface="Calibri"/>
              </a:rPr>
              <a:t>▸ </a:t>
            </a:r>
            <a:r>
              <a:rPr sz="1400">
                <a:solidFill>
                  <a:srgbClr val="FFFFFF"/>
                </a:solidFill>
                <a:latin typeface="Calibri"/>
              </a:rPr>
              <a:t>Intermediate objects released after aggregation to bound memory (deck 08).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ERC partial failure &amp; refresh</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D4-05 / D4-06</a:t>
            </a:r>
          </a:p>
        </p:txBody>
      </p:sp>
      <p:sp>
        <p:nvSpPr>
          <p:cNvPr id="4" name="TextBox 3"/>
          <p:cNvSpPr txBox="1"/>
          <p:nvPr/>
        </p:nvSpPr>
        <p:spPr>
          <a:xfrm>
            <a:off x="82296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Partial-failure semantics</a:t>
            </a:r>
          </a:p>
        </p:txBody>
      </p:sp>
      <p:sp>
        <p:nvSpPr>
          <p:cNvPr id="5" name="TextBox 4"/>
          <p:cNvSpPr txBox="1"/>
          <p:nvPr/>
        </p:nvSpPr>
        <p:spPr>
          <a:xfrm>
            <a:off x="82296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If some entities fail, ERC is explicitly PARTIAL — never silently treated as complete.</a:t>
            </a:r>
          </a:p>
          <a:p>
            <a:pPr algn="l">
              <a:spcAft>
                <a:spcPts val="1200"/>
              </a:spcAft>
            </a:pPr>
            <a:r>
              <a:rPr sz="1500" b="1">
                <a:solidFill>
                  <a:srgbClr val="2ACCFF"/>
                </a:solidFill>
                <a:latin typeface="Calibri"/>
              </a:rPr>
              <a:t>▸ </a:t>
            </a:r>
            <a:r>
              <a:rPr sz="1500">
                <a:solidFill>
                  <a:srgbClr val="FFFFFF"/>
                </a:solidFill>
                <a:latin typeface="Calibri"/>
              </a:rPr>
              <a:t>The workflow decides: retry, degrade, or surface to the user.</a:t>
            </a:r>
          </a:p>
          <a:p>
            <a:pPr algn="l">
              <a:spcAft>
                <a:spcPts val="1200"/>
              </a:spcAft>
            </a:pPr>
            <a:r>
              <a:rPr sz="1500" b="1">
                <a:solidFill>
                  <a:srgbClr val="2ACCFF"/>
                </a:solidFill>
                <a:latin typeface="Calibri"/>
              </a:rPr>
              <a:t>▸ </a:t>
            </a:r>
            <a:r>
              <a:rPr sz="1500">
                <a:solidFill>
                  <a:srgbClr val="FFFFFF"/>
                </a:solidFill>
                <a:latin typeface="Calibri"/>
              </a:rPr>
              <a:t>Adam states clearly what could not be gathered.</a:t>
            </a:r>
          </a:p>
        </p:txBody>
      </p:sp>
      <p:sp>
        <p:nvSpPr>
          <p:cNvPr id="6" name="TextBox 5"/>
          <p:cNvSpPr txBox="1"/>
          <p:nvPr/>
        </p:nvSpPr>
        <p:spPr>
          <a:xfrm>
            <a:off x="626364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Invalidation &amp; event refresh</a:t>
            </a:r>
          </a:p>
        </p:txBody>
      </p:sp>
      <p:sp>
        <p:nvSpPr>
          <p:cNvPr id="7" name="TextBox 6"/>
          <p:cNvSpPr txBox="1"/>
          <p:nvPr/>
        </p:nvSpPr>
        <p:spPr>
          <a:xfrm>
            <a:off x="626364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Enterprise events invalidate stale ERC entries (D4-06).</a:t>
            </a:r>
          </a:p>
          <a:p>
            <a:pPr algn="l">
              <a:spcAft>
                <a:spcPts val="1200"/>
              </a:spcAft>
            </a:pPr>
            <a:r>
              <a:rPr sz="1500" b="1">
                <a:solidFill>
                  <a:srgbClr val="2ACCFF"/>
                </a:solidFill>
                <a:latin typeface="Calibri"/>
              </a:rPr>
              <a:t>▸ </a:t>
            </a:r>
            <a:r>
              <a:rPr sz="1500">
                <a:solidFill>
                  <a:srgbClr val="FFFFFF"/>
                </a:solidFill>
                <a:latin typeface="Calibri"/>
              </a:rPr>
              <a:t>Refresh is event-driven via Service Bus (deck 02).</a:t>
            </a:r>
          </a:p>
          <a:p>
            <a:pPr algn="l">
              <a:spcAft>
                <a:spcPts val="1200"/>
              </a:spcAft>
            </a:pPr>
            <a:r>
              <a:rPr sz="1500" b="1">
                <a:solidFill>
                  <a:srgbClr val="2ACCFF"/>
                </a:solidFill>
                <a:latin typeface="Calibri"/>
              </a:rPr>
              <a:t>▸ </a:t>
            </a:r>
            <a:r>
              <a:rPr sz="1500">
                <a:solidFill>
                  <a:srgbClr val="FFFFFF"/>
                </a:solidFill>
                <a:latin typeface="Calibri"/>
              </a:rPr>
              <a:t>Freshness bounds prevent acting on outdated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&amp; knowledge architecture</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D4-07 / D4-08</a:t>
            </a:r>
          </a:p>
        </p:txBody>
      </p:sp>
      <p:sp>
        <p:nvSpPr>
          <p:cNvPr id="4" name="TextBox 3"/>
          <p:cNvSpPr txBox="1"/>
          <p:nvPr/>
        </p:nvSpPr>
        <p:spPr>
          <a:xfrm>
            <a:off x="82296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Data &amp; knowledge</a:t>
            </a:r>
          </a:p>
        </p:txBody>
      </p:sp>
      <p:sp>
        <p:nvSpPr>
          <p:cNvPr id="5" name="TextBox 4"/>
          <p:cNvSpPr txBox="1"/>
          <p:nvPr/>
        </p:nvSpPr>
        <p:spPr>
          <a:xfrm>
            <a:off x="82296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Clear split: authoritative enterprise data vs. RAG knowledge corpus.</a:t>
            </a:r>
          </a:p>
          <a:p>
            <a:pPr algn="l">
              <a:spcAft>
                <a:spcPts val="1200"/>
              </a:spcAft>
            </a:pPr>
            <a:r>
              <a:rPr sz="1500" b="1">
                <a:solidFill>
                  <a:srgbClr val="2ACCFF"/>
                </a:solidFill>
                <a:latin typeface="Calibri"/>
              </a:rPr>
              <a:t>▸ </a:t>
            </a:r>
            <a:r>
              <a:rPr sz="1500">
                <a:solidFill>
                  <a:srgbClr val="FFFFFF"/>
                </a:solidFill>
                <a:latin typeface="Calibri"/>
              </a:rPr>
              <a:t>Knowledge is grounding only; authority stays with the enterprise.</a:t>
            </a:r>
          </a:p>
        </p:txBody>
      </p:sp>
      <p:sp>
        <p:nvSpPr>
          <p:cNvPr id="6" name="TextBox 5"/>
          <p:cNvSpPr txBox="1"/>
          <p:nvPr/>
        </p:nvSpPr>
        <p:spPr>
          <a:xfrm>
            <a:off x="626364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Canonical identifiers &amp; reference data</a:t>
            </a:r>
          </a:p>
        </p:txBody>
      </p:sp>
      <p:sp>
        <p:nvSpPr>
          <p:cNvPr id="7" name="TextBox 6"/>
          <p:cNvSpPr txBox="1"/>
          <p:nvPr/>
        </p:nvSpPr>
        <p:spPr>
          <a:xfrm>
            <a:off x="626364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Canonical IDs (club, team, official, season) resolved consistently.</a:t>
            </a:r>
          </a:p>
          <a:p>
            <a:pPr algn="l">
              <a:spcAft>
                <a:spcPts val="1200"/>
              </a:spcAft>
            </a:pPr>
            <a:r>
              <a:rPr sz="1500" b="1">
                <a:solidFill>
                  <a:srgbClr val="2ACCFF"/>
                </a:solidFill>
                <a:latin typeface="Calibri"/>
              </a:rPr>
              <a:t>▸ </a:t>
            </a:r>
            <a:r>
              <a:rPr sz="1500">
                <a:solidFill>
                  <a:srgbClr val="FFFFFF"/>
                </a:solidFill>
                <a:latin typeface="Calibri"/>
              </a:rPr>
              <a:t>Reference data is versioned and cache-eligible where safe.</a:t>
            </a:r>
          </a:p>
          <a:p>
            <a:pPr algn="l">
              <a:spcAft>
                <a:spcPts val="1200"/>
              </a:spcAft>
            </a:pPr>
            <a:r>
              <a:rPr sz="1500" b="1">
                <a:solidFill>
                  <a:srgbClr val="2ACCFF"/>
                </a:solidFill>
                <a:latin typeface="Calibri"/>
              </a:rPr>
              <a:t>▸ </a:t>
            </a:r>
            <a:r>
              <a:rPr sz="1500">
                <a:solidFill>
                  <a:srgbClr val="FFFFFF"/>
                </a:solidFill>
                <a:latin typeface="Calibri"/>
              </a:rPr>
              <a:t>IDs are never invented — resolved from the enterprise.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Metadata envelope &amp; error codes</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D4-09</a:t>
            </a:r>
          </a:p>
        </p:txBody>
      </p:sp>
      <p:sp>
        <p:nvSpPr>
          <p:cNvPr id="4" name="TextBox 3"/>
          <p:cNvSpPr txBox="1"/>
          <p:nvPr/>
        </p:nvSpPr>
        <p:spPr>
          <a:xfrm>
            <a:off x="822960" y="1828800"/>
            <a:ext cx="10515600" cy="2926080"/>
          </a:xfrm>
          <a:prstGeom prst="rect">
            <a:avLst/>
          </a:prstGeom>
          <a:noFill/>
        </p:spPr>
        <p:txBody>
          <a:bodyPr wrap="square" lIns="0" tIns="0">
            <a:spAutoFit/>
          </a:bodyPr>
          <a:lstStyle/>
          <a:p>
            <a:pPr algn="l">
              <a:spcAft>
                <a:spcPts val="1500"/>
              </a:spcAft>
            </a:pPr>
            <a:r>
              <a:rPr sz="1600" b="1">
                <a:solidFill>
                  <a:srgbClr val="2ACCFF"/>
                </a:solidFill>
                <a:latin typeface="Calibri"/>
              </a:rPr>
              <a:t>▸ </a:t>
            </a:r>
            <a:r>
              <a:rPr sz="1600">
                <a:solidFill>
                  <a:srgbClr val="FFFFFF"/>
                </a:solidFill>
                <a:latin typeface="Calibri"/>
              </a:rPr>
              <a:t>A consistent metadata response envelope wraps enterprise/tool responses: status, provenance, freshness, correlation, and typed error codes.</a:t>
            </a:r>
          </a:p>
          <a:p>
            <a:pPr algn="l">
              <a:spcAft>
                <a:spcPts val="1500"/>
              </a:spcAft>
            </a:pPr>
            <a:r>
              <a:rPr sz="1600" b="1">
                <a:solidFill>
                  <a:srgbClr val="2ACCFF"/>
                </a:solidFill>
                <a:latin typeface="Calibri"/>
              </a:rPr>
              <a:t>▸ </a:t>
            </a:r>
            <a:r>
              <a:rPr sz="1600">
                <a:solidFill>
                  <a:srgbClr val="FFFFFF"/>
                </a:solidFill>
                <a:latin typeface="Calibri"/>
              </a:rPr>
              <a:t>Error codes map to the PlatformError hierarchy (deck 07) so failures are handled uniformly.</a:t>
            </a:r>
          </a:p>
          <a:p>
            <a:pPr algn="l">
              <a:spcAft>
                <a:spcPts val="1500"/>
              </a:spcAft>
            </a:pPr>
            <a:r>
              <a:rPr sz="1600" b="1">
                <a:solidFill>
                  <a:srgbClr val="2ACCFF"/>
                </a:solidFill>
                <a:latin typeface="Calibri"/>
              </a:rPr>
              <a:t>▸ </a:t>
            </a:r>
            <a:r>
              <a:rPr sz="1600">
                <a:solidFill>
                  <a:srgbClr val="FFFFFF"/>
                </a:solidFill>
                <a:latin typeface="Calibri"/>
              </a:rPr>
              <a:t>This envelope is what lets Adam communicate precise, factual state and next actions.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store — Azure Managed Redis</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D4-10 · Accepted</a:t>
            </a:r>
          </a:p>
        </p:txBody>
      </p:sp>
      <p:pic>
        <p:nvPicPr>
          <p:cNvPr id="4" name="Picture 3" descr="redis.png"/>
          <p:cNvPicPr>
            <a:picLocks noChangeAspect="1"/>
          </p:cNvPicPr>
          <p:nvPr/>
        </p:nvPicPr>
        <p:blipFill>
          <a:blip r:embed="rId2"/>
          <a:stretch>
            <a:fillRect/>
          </a:stretch>
        </p:blipFill>
        <p:spPr>
          <a:xfrm>
            <a:off x="868680" y="1920240"/>
            <a:ext cx="1188720" cy="1188720"/>
          </a:xfrm>
          <a:prstGeom prst="rect">
            <a:avLst/>
          </a:prstGeom>
        </p:spPr>
      </p:pic>
      <p:sp>
        <p:nvSpPr>
          <p:cNvPr id="5" name="Rounded Rectangle 4"/>
          <p:cNvSpPr/>
          <p:nvPr/>
        </p:nvSpPr>
        <p:spPr>
          <a:xfrm>
            <a:off x="3017520" y="1783080"/>
            <a:ext cx="8229600" cy="2286000"/>
          </a:xfrm>
          <a:prstGeom prst="roundRect">
            <a:avLst/>
          </a:prstGeom>
          <a:solidFill>
            <a:srgbClr val="14161C"/>
          </a:solidFill>
          <a:ln w="13970">
            <a:solidFill>
              <a:srgbClr val="FE2579"/>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38100" bIns="38100"/>
          <a:lstStyle/>
          <a:p>
            <a:pPr algn="ctr"/>
            <a:r>
              <a:rPr sz="1300" b="1">
                <a:solidFill>
                  <a:srgbClr val="FFFFFF"/>
                </a:solidFill>
                <a:latin typeface="Calibri"/>
              </a:rPr>
              <a:t/>
            </a:r>
          </a:p>
        </p:txBody>
      </p:sp>
      <p:sp>
        <p:nvSpPr>
          <p:cNvPr id="6" name="TextBox 5"/>
          <p:cNvSpPr txBox="1"/>
          <p:nvPr/>
        </p:nvSpPr>
        <p:spPr>
          <a:xfrm>
            <a:off x="3218688" y="1920240"/>
            <a:ext cx="7827264" cy="365760"/>
          </a:xfrm>
          <a:prstGeom prst="rect">
            <a:avLst/>
          </a:prstGeom>
          <a:noFill/>
        </p:spPr>
        <p:txBody>
          <a:bodyPr wrap="square" anchor="t" lIns="0" rIns="0" tIns="0" bIns="0">
            <a:spAutoFit/>
          </a:bodyPr>
          <a:lstStyle/>
          <a:p>
            <a:pPr algn="l"/>
            <a:r>
              <a:rPr sz="1400" b="1" i="0">
                <a:solidFill>
                  <a:srgbClr val="FE2579"/>
                </a:solidFill>
                <a:latin typeface="Calibri"/>
              </a:rPr>
              <a:t>Resolved: Azure Managed Redis</a:t>
            </a:r>
          </a:p>
        </p:txBody>
      </p:sp>
      <p:sp>
        <p:nvSpPr>
          <p:cNvPr id="7" name="TextBox 6"/>
          <p:cNvSpPr txBox="1"/>
          <p:nvPr/>
        </p:nvSpPr>
        <p:spPr>
          <a:xfrm>
            <a:off x="3218688" y="2404872"/>
            <a:ext cx="7827264" cy="274320"/>
          </a:xfrm>
          <a:prstGeom prst="rect">
            <a:avLst/>
          </a:prstGeom>
          <a:noFill/>
        </p:spPr>
        <p:txBody>
          <a:bodyPr wrap="square" anchor="t" lIns="0" rIns="0" tIns="0" bIns="0">
            <a:spAutoFit/>
          </a:bodyPr>
          <a:lstStyle/>
          <a:p>
            <a:pPr algn="l"/>
            <a:r>
              <a:rPr sz="1200" b="1" i="0">
                <a:solidFill>
                  <a:srgbClr val="FFFFFF"/>
                </a:solidFill>
                <a:latin typeface="Calibri"/>
              </a:rPr>
              <a:t>Holds</a:t>
            </a:r>
          </a:p>
        </p:txBody>
      </p:sp>
      <p:sp>
        <p:nvSpPr>
          <p:cNvPr id="8" name="TextBox 7"/>
          <p:cNvSpPr txBox="1"/>
          <p:nvPr/>
        </p:nvSpPr>
        <p:spPr>
          <a:xfrm>
            <a:off x="3218688" y="2660904"/>
            <a:ext cx="7827264" cy="457200"/>
          </a:xfrm>
          <a:prstGeom prst="rect">
            <a:avLst/>
          </a:prstGeom>
          <a:noFill/>
        </p:spPr>
        <p:txBody>
          <a:bodyPr wrap="square" anchor="t" lIns="0" rIns="0" tIns="0" bIns="0">
            <a:spAutoFit/>
          </a:bodyPr>
          <a:lstStyle/>
          <a:p>
            <a:pPr algn="l"/>
            <a:r>
              <a:rPr sz="1100" b="0" i="0">
                <a:solidFill>
                  <a:srgbClr val="D5D5D5"/>
                </a:solidFill>
                <a:latin typeface="Calibri"/>
              </a:rPr>
              <a:t>conversation &amp; session state, workflow checkpoints, cache</a:t>
            </a:r>
          </a:p>
        </p:txBody>
      </p:sp>
      <p:sp>
        <p:nvSpPr>
          <p:cNvPr id="9" name="TextBox 8"/>
          <p:cNvSpPr txBox="1"/>
          <p:nvPr/>
        </p:nvSpPr>
        <p:spPr>
          <a:xfrm>
            <a:off x="3218688" y="3118104"/>
            <a:ext cx="7827264" cy="274320"/>
          </a:xfrm>
          <a:prstGeom prst="rect">
            <a:avLst/>
          </a:prstGeom>
          <a:noFill/>
        </p:spPr>
        <p:txBody>
          <a:bodyPr wrap="square" anchor="t" lIns="0" rIns="0" tIns="0" bIns="0">
            <a:spAutoFit/>
          </a:bodyPr>
          <a:lstStyle/>
          <a:p>
            <a:pPr algn="l"/>
            <a:r>
              <a:rPr sz="1200" b="1" i="0">
                <a:solidFill>
                  <a:srgbClr val="FFFFFF"/>
                </a:solidFill>
                <a:latin typeface="Calibri"/>
              </a:rPr>
              <a:t>Why</a:t>
            </a:r>
          </a:p>
        </p:txBody>
      </p:sp>
      <p:sp>
        <p:nvSpPr>
          <p:cNvPr id="10" name="TextBox 9"/>
          <p:cNvSpPr txBox="1"/>
          <p:nvPr/>
        </p:nvSpPr>
        <p:spPr>
          <a:xfrm>
            <a:off x="3218688" y="3374136"/>
            <a:ext cx="7827264" cy="457200"/>
          </a:xfrm>
          <a:prstGeom prst="rect">
            <a:avLst/>
          </a:prstGeom>
          <a:noFill/>
        </p:spPr>
        <p:txBody>
          <a:bodyPr wrap="square" anchor="t" lIns="0" rIns="0" tIns="0" bIns="0">
            <a:spAutoFit/>
          </a:bodyPr>
          <a:lstStyle/>
          <a:p>
            <a:pPr algn="l"/>
            <a:r>
              <a:rPr sz="1100" b="0" i="0">
                <a:solidFill>
                  <a:srgbClr val="D5D5D5"/>
                </a:solidFill>
                <a:latin typeface="Calibri"/>
              </a:rPr>
              <a:t>managed, low-latency, Azure-native, TTL &amp; eviction</a:t>
            </a:r>
          </a:p>
        </p:txBody>
      </p:sp>
      <p:sp>
        <p:nvSpPr>
          <p:cNvPr id="11" name="TextBox 10"/>
          <p:cNvSpPr txBox="1"/>
          <p:nvPr/>
        </p:nvSpPr>
        <p:spPr>
          <a:xfrm>
            <a:off x="3218688" y="3831336"/>
            <a:ext cx="7827264" cy="274320"/>
          </a:xfrm>
          <a:prstGeom prst="rect">
            <a:avLst/>
          </a:prstGeom>
          <a:noFill/>
        </p:spPr>
        <p:txBody>
          <a:bodyPr wrap="square" anchor="t" lIns="0" rIns="0" tIns="0" bIns="0">
            <a:spAutoFit/>
          </a:bodyPr>
          <a:lstStyle/>
          <a:p>
            <a:pPr algn="l"/>
            <a:r>
              <a:rPr sz="1200" b="1" i="0">
                <a:solidFill>
                  <a:srgbClr val="FFFFFF"/>
                </a:solidFill>
                <a:latin typeface="Calibri"/>
              </a:rPr>
              <a:t>Status</a:t>
            </a:r>
          </a:p>
        </p:txBody>
      </p:sp>
      <p:sp>
        <p:nvSpPr>
          <p:cNvPr id="12" name="TextBox 11"/>
          <p:cNvSpPr txBox="1"/>
          <p:nvPr/>
        </p:nvSpPr>
        <p:spPr>
          <a:xfrm>
            <a:off x="3218688" y="4087368"/>
            <a:ext cx="7827264" cy="457200"/>
          </a:xfrm>
          <a:prstGeom prst="rect">
            <a:avLst/>
          </a:prstGeom>
          <a:noFill/>
        </p:spPr>
        <p:txBody>
          <a:bodyPr wrap="square" anchor="t" lIns="0" rIns="0" tIns="0" bIns="0">
            <a:spAutoFit/>
          </a:bodyPr>
          <a:lstStyle/>
          <a:p>
            <a:pPr algn="l"/>
            <a:r>
              <a:rPr sz="1100" b="0" i="0">
                <a:solidFill>
                  <a:srgbClr val="D5D5D5"/>
                </a:solidFill>
                <a:latin typeface="Calibri"/>
              </a:rPr>
              <a:t>Accepted — supersedes the earlier ADR-0004 draft</a:t>
            </a:r>
          </a:p>
        </p:txBody>
      </p:sp>
      <p:sp>
        <p:nvSpPr>
          <p:cNvPr id="13" name="TextBox 12"/>
          <p:cNvSpPr txBox="1"/>
          <p:nvPr/>
        </p:nvSpPr>
        <p:spPr>
          <a:xfrm>
            <a:off x="822960" y="4297680"/>
            <a:ext cx="10515600" cy="731520"/>
          </a:xfrm>
          <a:prstGeom prst="rect">
            <a:avLst/>
          </a:prstGeom>
          <a:noFill/>
        </p:spPr>
        <p:txBody>
          <a:bodyPr wrap="square" anchor="t" lIns="0" rIns="0" tIns="0" bIns="0">
            <a:spAutoFit/>
          </a:bodyPr>
          <a:lstStyle/>
          <a:p>
            <a:pPr algn="l"/>
            <a:r>
              <a:rPr sz="1400" b="0" i="0">
                <a:solidFill>
                  <a:srgbClr val="D5D5D5"/>
                </a:solidFill>
                <a:latin typeface="Calibri"/>
              </a:rPr>
              <a:t>Memory / session / cache store is resolved — not an open decision. Cost drivers (SKU, memory) in deck 08.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Memory architecture</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D4-11</a:t>
            </a:r>
          </a:p>
        </p:txBody>
      </p:sp>
      <p:sp>
        <p:nvSpPr>
          <p:cNvPr id="4" name="TextBox 3"/>
          <p:cNvSpPr txBox="1"/>
          <p:nvPr/>
        </p:nvSpPr>
        <p:spPr>
          <a:xfrm>
            <a:off x="822960" y="1828800"/>
            <a:ext cx="10515600" cy="2926080"/>
          </a:xfrm>
          <a:prstGeom prst="rect">
            <a:avLst/>
          </a:prstGeom>
          <a:noFill/>
        </p:spPr>
        <p:txBody>
          <a:bodyPr wrap="square" lIns="0" tIns="0">
            <a:spAutoFit/>
          </a:bodyPr>
          <a:lstStyle/>
          <a:p>
            <a:pPr algn="l">
              <a:spcAft>
                <a:spcPts val="1500"/>
              </a:spcAft>
            </a:pPr>
            <a:r>
              <a:rPr sz="1600" b="1">
                <a:solidFill>
                  <a:srgbClr val="2ACCFF"/>
                </a:solidFill>
                <a:latin typeface="Calibri"/>
              </a:rPr>
              <a:t>▸ </a:t>
            </a:r>
            <a:r>
              <a:rPr sz="1600">
                <a:solidFill>
                  <a:srgbClr val="FFFFFF"/>
                </a:solidFill>
                <a:latin typeface="Calibri"/>
              </a:rPr>
              <a:t>Memory service with policy-driven retention, retrieval and ranking; summarization for long conversations.</a:t>
            </a:r>
          </a:p>
          <a:p>
            <a:pPr algn="l">
              <a:spcAft>
                <a:spcPts val="1500"/>
              </a:spcAft>
            </a:pPr>
            <a:r>
              <a:rPr sz="1600" b="1">
                <a:solidFill>
                  <a:srgbClr val="2ACCFF"/>
                </a:solidFill>
                <a:latin typeface="Calibri"/>
              </a:rPr>
              <a:t>▸ </a:t>
            </a:r>
            <a:r>
              <a:rPr sz="1600">
                <a:solidFill>
                  <a:srgbClr val="FFFFFF"/>
                </a:solidFill>
                <a:latin typeface="Calibri"/>
              </a:rPr>
              <a:t>Protects important authoritative context from being summarised away.</a:t>
            </a:r>
          </a:p>
          <a:p>
            <a:pPr algn="l">
              <a:spcAft>
                <a:spcPts val="1500"/>
              </a:spcAft>
            </a:pPr>
            <a:r>
              <a:rPr sz="1600" b="1">
                <a:solidFill>
                  <a:srgbClr val="2ACCFF"/>
                </a:solidFill>
                <a:latin typeface="Calibri"/>
              </a:rPr>
              <a:t>▸ </a:t>
            </a:r>
            <a:r>
              <a:rPr sz="1600">
                <a:solidFill>
                  <a:srgbClr val="FFFFFF"/>
                </a:solidFill>
                <a:latin typeface="Calibri"/>
              </a:rPr>
              <a:t>Storage-technology-agnostic interface (Redis-backed); observable read/write costs (deck 08).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Cache architecture &amp; scope</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D4-12 / D4-13</a:t>
            </a:r>
          </a:p>
        </p:txBody>
      </p:sp>
      <p:sp>
        <p:nvSpPr>
          <p:cNvPr id="4" name="TextBox 3"/>
          <p:cNvSpPr txBox="1"/>
          <p:nvPr/>
        </p:nvSpPr>
        <p:spPr>
          <a:xfrm>
            <a:off x="82296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Cache design</a:t>
            </a:r>
          </a:p>
        </p:txBody>
      </p:sp>
      <p:sp>
        <p:nvSpPr>
          <p:cNvPr id="5" name="TextBox 4"/>
          <p:cNvSpPr txBox="1"/>
          <p:nvPr/>
        </p:nvSpPr>
        <p:spPr>
          <a:xfrm>
            <a:off x="82296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TTL, eviction, invalidation, serialization, protection.</a:t>
            </a:r>
          </a:p>
          <a:p>
            <a:pPr algn="l">
              <a:spcAft>
                <a:spcPts val="1200"/>
              </a:spcAft>
            </a:pPr>
            <a:r>
              <a:rPr sz="1500" b="1">
                <a:solidFill>
                  <a:srgbClr val="2ACCFF"/>
                </a:solidFill>
                <a:latin typeface="Calibri"/>
              </a:rPr>
              <a:t>▸ </a:t>
            </a:r>
            <a:r>
              <a:rPr sz="1500">
                <a:solidFill>
                  <a:srgbClr val="FFFFFF"/>
                </a:solidFill>
                <a:latin typeface="Calibri"/>
              </a:rPr>
              <a:t>Cache only where freshness &amp; authorization allow.</a:t>
            </a:r>
          </a:p>
          <a:p>
            <a:pPr algn="l">
              <a:spcAft>
                <a:spcPts val="1200"/>
              </a:spcAft>
            </a:pPr>
            <a:r>
              <a:rPr sz="1500" b="1">
                <a:solidFill>
                  <a:srgbClr val="2ACCFF"/>
                </a:solidFill>
                <a:latin typeface="Calibri"/>
              </a:rPr>
              <a:t>▸ </a:t>
            </a:r>
            <a:r>
              <a:rPr sz="1500">
                <a:solidFill>
                  <a:srgbClr val="FFFFFF"/>
                </a:solidFill>
                <a:latin typeface="Calibri"/>
              </a:rPr>
              <a:t>A cache stays only when benefit &gt; operational cost (deck 08).</a:t>
            </a:r>
          </a:p>
        </p:txBody>
      </p:sp>
      <p:sp>
        <p:nvSpPr>
          <p:cNvPr id="6" name="TextBox 5"/>
          <p:cNvSpPr txBox="1"/>
          <p:nvPr/>
        </p:nvSpPr>
        <p:spPr>
          <a:xfrm>
            <a:off x="6263640" y="1737360"/>
            <a:ext cx="5120640" cy="365760"/>
          </a:xfrm>
          <a:prstGeom prst="rect">
            <a:avLst/>
          </a:prstGeom>
          <a:noFill/>
        </p:spPr>
        <p:txBody>
          <a:bodyPr wrap="square" anchor="t" lIns="0" rIns="0" tIns="0" bIns="0">
            <a:spAutoFit/>
          </a:bodyPr>
          <a:lstStyle/>
          <a:p>
            <a:pPr algn="l"/>
            <a:r>
              <a:rPr sz="1500" b="1" i="0">
                <a:solidFill>
                  <a:srgbClr val="2ACCFF"/>
                </a:solidFill>
                <a:latin typeface="Calibri"/>
              </a:rPr>
              <a:t>Authorization-aware &amp; global scope</a:t>
            </a:r>
          </a:p>
        </p:txBody>
      </p:sp>
      <p:sp>
        <p:nvSpPr>
          <p:cNvPr id="7" name="TextBox 6"/>
          <p:cNvSpPr txBox="1"/>
          <p:nvPr/>
        </p:nvSpPr>
        <p:spPr>
          <a:xfrm>
            <a:off x="6263640" y="2194560"/>
            <a:ext cx="5120640" cy="4206240"/>
          </a:xfrm>
          <a:prstGeom prst="rect">
            <a:avLst/>
          </a:prstGeom>
          <a:noFill/>
        </p:spPr>
        <p:txBody>
          <a:bodyPr wrap="square" lIns="0" tIns="0">
            <a:spAutoFit/>
          </a:bodyPr>
          <a:lstStyle/>
          <a:p>
            <a:pPr algn="l">
              <a:spcAft>
                <a:spcPts val="1200"/>
              </a:spcAft>
            </a:pPr>
            <a:r>
              <a:rPr sz="1500" b="1">
                <a:solidFill>
                  <a:srgbClr val="2ACCFF"/>
                </a:solidFill>
                <a:latin typeface="Calibri"/>
              </a:rPr>
              <a:t>▸ </a:t>
            </a:r>
            <a:r>
              <a:rPr sz="1500">
                <a:solidFill>
                  <a:srgbClr val="FFFFFF"/>
                </a:solidFill>
                <a:latin typeface="Calibri"/>
              </a:rPr>
              <a:t>Cache keys account for access scope — never cross authorization contexts.</a:t>
            </a:r>
          </a:p>
          <a:p>
            <a:pPr algn="l">
              <a:spcAft>
                <a:spcPts val="1200"/>
              </a:spcAft>
            </a:pPr>
            <a:r>
              <a:rPr sz="1500" b="1">
                <a:solidFill>
                  <a:srgbClr val="2ACCFF"/>
                </a:solidFill>
                <a:latin typeface="Calibri"/>
              </a:rPr>
              <a:t>▸ </a:t>
            </a:r>
            <a:r>
              <a:rPr sz="1500">
                <a:solidFill>
                  <a:srgbClr val="FFFFFF"/>
                </a:solidFill>
                <a:latin typeface="Calibri"/>
              </a:rPr>
              <a:t>Platform-global entries (reference data, portal metadata) scoped explicitly (D4-13).</a:t>
            </a:r>
          </a:p>
          <a:p>
            <a:pPr algn="l">
              <a:spcAft>
                <a:spcPts val="1200"/>
              </a:spcAft>
            </a:pPr>
            <a:r>
              <a:rPr sz="1500" b="1">
                <a:solidFill>
                  <a:srgbClr val="2ACCFF"/>
                </a:solidFill>
                <a:latin typeface="Calibri"/>
              </a:rPr>
              <a:t>▸ </a:t>
            </a:r>
            <a:r>
              <a:rPr sz="1500">
                <a:solidFill>
                  <a:srgbClr val="FFFFFF"/>
                </a:solidFill>
                <a:latin typeface="Calibri"/>
              </a:rPr>
              <a:t>Transactional operations are not cached unless provably safe.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ADR index — Information (D4)</a:t>
            </a:r>
          </a:p>
        </p:txBody>
      </p:sp>
      <p:sp>
        <p:nvSpPr>
          <p:cNvPr id="3" name="TextBox 2"/>
          <p:cNvSpPr txBox="1"/>
          <p:nvPr/>
        </p:nvSpPr>
        <p:spPr>
          <a:xfrm>
            <a:off x="822960" y="1234440"/>
            <a:ext cx="10515600" cy="457200"/>
          </a:xfrm>
          <a:prstGeom prst="rect">
            <a:avLst/>
          </a:prstGeom>
          <a:noFill/>
        </p:spPr>
        <p:txBody>
          <a:bodyPr wrap="square" anchor="t" lIns="0" rIns="0" tIns="0" bIns="0">
            <a:spAutoFit/>
          </a:bodyPr>
          <a:lstStyle/>
          <a:p>
            <a:pPr algn="l"/>
            <a:r>
              <a:rPr sz="1500" b="1" i="0">
                <a:solidFill>
                  <a:srgbClr val="2ACCFF"/>
                </a:solidFill>
                <a:latin typeface="Calibri"/>
              </a:rPr>
              <a:t>13 decisions — higher-trust sources always win; ◆ = Proposed, awaiting ARB</a:t>
            </a:r>
          </a:p>
        </p:txBody>
      </p:sp>
      <p:graphicFrame>
        <p:nvGraphicFramePr>
          <p:cNvPr id="4" name="Table 3"/>
          <p:cNvGraphicFramePr>
            <a:graphicFrameLocks noGrp="1"/>
          </p:cNvGraphicFramePr>
          <p:nvPr/>
        </p:nvGraphicFramePr>
        <p:xfrm>
          <a:off x="502920" y="1783080"/>
          <a:ext cx="5486399" cy="4352544"/>
        </p:xfrm>
        <a:graphic>
          <a:graphicData uri="http://schemas.openxmlformats.org/drawingml/2006/table">
            <a:tbl>
              <a:tblPr firstRow="1">
                <a:tableStyleId>{5C22544A-7EE6-4342-B048-85BDC9FD1C3A}</a:tableStyleId>
              </a:tblPr>
              <a:tblGrid>
                <a:gridCol w="973393"/>
                <a:gridCol w="3672348"/>
                <a:gridCol w="840658"/>
              </a:tblGrid>
              <a:tr h="310896">
                <a:tc>
                  <a:txBody>
                    <a:bodyPr wrap="square"/>
                    <a:lstStyle/>
                    <a:p>
                      <a:r>
                        <a:rPr sz="900" b="1">
                          <a:solidFill>
                            <a:srgbClr val="FFFFFF"/>
                          </a:solidFill>
                          <a:latin typeface="Calibri"/>
                        </a:rPr>
                        <a:t>ADR</a:t>
                      </a:r>
                    </a:p>
                  </a:txBody>
                  <a:tcPr marL="63500" marR="63500" marT="25400" marB="25400" anchor="ctr">
                    <a:solidFill>
                      <a:srgbClr val="7F19BE"/>
                    </a:solidFill>
                  </a:tcPr>
                </a:tc>
                <a:tc>
                  <a:txBody>
                    <a:bodyPr wrap="square"/>
                    <a:lstStyle/>
                    <a:p>
                      <a:r>
                        <a:rPr sz="900" b="1">
                          <a:solidFill>
                            <a:srgbClr val="FFFFFF"/>
                          </a:solidFill>
                          <a:latin typeface="Calibri"/>
                        </a:rPr>
                        <a:t>Decision</a:t>
                      </a:r>
                    </a:p>
                  </a:txBody>
                  <a:tcPr marL="63500" marR="63500" marT="25400" marB="25400" anchor="ctr">
                    <a:solidFill>
                      <a:srgbClr val="7F19BE"/>
                    </a:solidFill>
                  </a:tcPr>
                </a:tc>
                <a:tc>
                  <a:txBody>
                    <a:bodyPr wrap="square"/>
                    <a:lstStyle/>
                    <a:p>
                      <a:r>
                        <a:rPr sz="900" b="1">
                          <a:solidFill>
                            <a:srgbClr val="FFFFFF"/>
                          </a:solidFill>
                          <a:latin typeface="Calibri"/>
                        </a:rPr>
                        <a:t>Status</a:t>
                      </a:r>
                    </a:p>
                  </a:txBody>
                  <a:tcPr marL="63500" marR="63500" marT="25400" marB="25400" anchor="ctr">
                    <a:solidFill>
                      <a:srgbClr val="7F19BE"/>
                    </a:solidFill>
                  </a:tcPr>
                </a:tc>
              </a:tr>
              <a:tr h="310896">
                <a:tc>
                  <a:txBody>
                    <a:bodyPr wrap="square"/>
                    <a:lstStyle/>
                    <a:p>
                      <a:r>
                        <a:rPr sz="900" b="1">
                          <a:solidFill>
                            <a:srgbClr val="FFFFFF"/>
                          </a:solidFill>
                          <a:latin typeface="Calibri"/>
                        </a:rPr>
                        <a:t>D4-01</a:t>
                      </a:r>
                    </a:p>
                  </a:txBody>
                  <a:tcPr marL="63500" marR="63500" marT="25400" marB="25400" anchor="ctr">
                    <a:solidFill>
                      <a:srgbClr val="14161C"/>
                    </a:solidFill>
                  </a:tcPr>
                </a:tc>
                <a:tc>
                  <a:txBody>
                    <a:bodyPr wrap="square"/>
                    <a:lstStyle/>
                    <a:p>
                      <a:r>
                        <a:rPr sz="900" b="0">
                          <a:solidFill>
                            <a:srgbClr val="D5D5D5"/>
                          </a:solidFill>
                          <a:latin typeface="Calibri"/>
                        </a:rPr>
                        <a:t>Four-state separation — conversation / session / wo…</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10896">
                <a:tc>
                  <a:txBody>
                    <a:bodyPr wrap="square"/>
                    <a:lstStyle/>
                    <a:p>
                      <a:r>
                        <a:rPr sz="900" b="1">
                          <a:solidFill>
                            <a:srgbClr val="FFFFFF"/>
                          </a:solidFill>
                          <a:latin typeface="Calibri"/>
                        </a:rPr>
                        <a:t>D4-02</a:t>
                      </a:r>
                    </a:p>
                  </a:txBody>
                  <a:tcPr marL="63500" marR="63500" marT="25400" marB="25400" anchor="ctr">
                    <a:solidFill>
                      <a:srgbClr val="1E222B"/>
                    </a:solidFill>
                  </a:tcPr>
                </a:tc>
                <a:tc>
                  <a:txBody>
                    <a:bodyPr wrap="square"/>
                    <a:lstStyle/>
                    <a:p>
                      <a:r>
                        <a:rPr sz="900" b="0">
                          <a:solidFill>
                            <a:srgbClr val="D5D5D5"/>
                          </a:solidFill>
                          <a:latin typeface="Calibri"/>
                        </a:rPr>
                        <a:t>ERC schema, identity and section-level versioning</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10896">
                <a:tc>
                  <a:txBody>
                    <a:bodyPr wrap="square"/>
                    <a:lstStyle/>
                    <a:p>
                      <a:r>
                        <a:rPr sz="900" b="1">
                          <a:solidFill>
                            <a:srgbClr val="FFFFFF"/>
                          </a:solidFill>
                          <a:latin typeface="Calibri"/>
                        </a:rPr>
                        <a:t>D4-03</a:t>
                      </a:r>
                    </a:p>
                  </a:txBody>
                  <a:tcPr marL="63500" marR="63500" marT="25400" marB="25400" anchor="ctr">
                    <a:solidFill>
                      <a:srgbClr val="14161C"/>
                    </a:solidFill>
                  </a:tcPr>
                </a:tc>
                <a:tc>
                  <a:txBody>
                    <a:bodyPr wrap="square"/>
                    <a:lstStyle/>
                    <a:p>
                      <a:r>
                        <a:rPr sz="900" b="0">
                          <a:solidFill>
                            <a:srgbClr val="D5D5D5"/>
                          </a:solidFill>
                          <a:latin typeface="Calibri"/>
                        </a:rPr>
                        <a:t>ERC provenance, freshness policy and authority leve…</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10896">
                <a:tc>
                  <a:txBody>
                    <a:bodyPr wrap="square"/>
                    <a:lstStyle/>
                    <a:p>
                      <a:r>
                        <a:rPr sz="900" b="1">
                          <a:solidFill>
                            <a:srgbClr val="FFFFFF"/>
                          </a:solidFill>
                          <a:latin typeface="Calibri"/>
                        </a:rPr>
                        <a:t>D4-04</a:t>
                      </a:r>
                    </a:p>
                  </a:txBody>
                  <a:tcPr marL="63500" marR="63500" marT="25400" marB="25400" anchor="ctr">
                    <a:solidFill>
                      <a:srgbClr val="1E222B"/>
                    </a:solidFill>
                  </a:tcPr>
                </a:tc>
                <a:tc>
                  <a:txBody>
                    <a:bodyPr wrap="square"/>
                    <a:lstStyle/>
                    <a:p>
                      <a:r>
                        <a:rPr sz="900" b="0">
                          <a:solidFill>
                            <a:srgbClr val="D5D5D5"/>
                          </a:solidFill>
                          <a:latin typeface="Calibri"/>
                        </a:rPr>
                        <a:t>ERC collection planning, batching and pagination sa…</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10896">
                <a:tc>
                  <a:txBody>
                    <a:bodyPr wrap="square"/>
                    <a:lstStyle/>
                    <a:p>
                      <a:r>
                        <a:rPr sz="900" b="1">
                          <a:solidFill>
                            <a:srgbClr val="FFFFFF"/>
                          </a:solidFill>
                          <a:latin typeface="Calibri"/>
                        </a:rPr>
                        <a:t>D4-05</a:t>
                      </a:r>
                    </a:p>
                  </a:txBody>
                  <a:tcPr marL="63500" marR="63500" marT="25400" marB="25400" anchor="ctr">
                    <a:solidFill>
                      <a:srgbClr val="14161C"/>
                    </a:solidFill>
                  </a:tcPr>
                </a:tc>
                <a:tc>
                  <a:txBody>
                    <a:bodyPr wrap="square"/>
                    <a:lstStyle/>
                    <a:p>
                      <a:r>
                        <a:rPr sz="900" b="0">
                          <a:solidFill>
                            <a:srgbClr val="D5D5D5"/>
                          </a:solidFill>
                          <a:latin typeface="Calibri"/>
                        </a:rPr>
                        <a:t>ERC partial-failure semantics — mandatory vs option…</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10896">
                <a:tc>
                  <a:txBody>
                    <a:bodyPr wrap="square"/>
                    <a:lstStyle/>
                    <a:p>
                      <a:r>
                        <a:rPr sz="900" b="1">
                          <a:solidFill>
                            <a:srgbClr val="FFFFFF"/>
                          </a:solidFill>
                          <a:latin typeface="Calibri"/>
                        </a:rPr>
                        <a:t>D4-06</a:t>
                      </a:r>
                    </a:p>
                  </a:txBody>
                  <a:tcPr marL="63500" marR="63500" marT="25400" marB="25400" anchor="ctr">
                    <a:solidFill>
                      <a:srgbClr val="1E222B"/>
                    </a:solidFill>
                  </a:tcPr>
                </a:tc>
                <a:tc>
                  <a:txBody>
                    <a:bodyPr wrap="square"/>
                    <a:lstStyle/>
                    <a:p>
                      <a:r>
                        <a:rPr sz="900" b="0">
                          <a:solidFill>
                            <a:srgbClr val="D5D5D5"/>
                          </a:solidFill>
                          <a:latin typeface="Calibri"/>
                        </a:rPr>
                        <a:t>ERC invalidation, patching and event-driven refresh</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10896">
                <a:tc>
                  <a:txBody>
                    <a:bodyPr wrap="square"/>
                    <a:lstStyle/>
                    <a:p>
                      <a:r>
                        <a:rPr sz="900" b="1">
                          <a:solidFill>
                            <a:srgbClr val="FFFFFF"/>
                          </a:solidFill>
                          <a:latin typeface="Calibri"/>
                        </a:rPr>
                        <a:t>D4-07</a:t>
                      </a:r>
                    </a:p>
                  </a:txBody>
                  <a:tcPr marL="63500" marR="63500" marT="25400" marB="25400" anchor="ctr">
                    <a:solidFill>
                      <a:srgbClr val="14161C"/>
                    </a:solidFill>
                  </a:tcPr>
                </a:tc>
                <a:tc>
                  <a:txBody>
                    <a:bodyPr wrap="square"/>
                    <a:lstStyle/>
                    <a:p>
                      <a:r>
                        <a:rPr sz="900" b="0">
                          <a:solidFill>
                            <a:srgbClr val="D5D5D5"/>
                          </a:solidFill>
                          <a:latin typeface="Calibri"/>
                        </a:rPr>
                        <a:t>Data and knowledge architecture — domains, classifi…</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10896">
                <a:tc>
                  <a:txBody>
                    <a:bodyPr wrap="square"/>
                    <a:lstStyle/>
                    <a:p>
                      <a:r>
                        <a:rPr sz="900" b="1">
                          <a:solidFill>
                            <a:srgbClr val="FFFFFF"/>
                          </a:solidFill>
                          <a:latin typeface="Calibri"/>
                        </a:rPr>
                        <a:t>D4-08</a:t>
                      </a:r>
                    </a:p>
                  </a:txBody>
                  <a:tcPr marL="63500" marR="63500" marT="25400" marB="25400" anchor="ctr">
                    <a:solidFill>
                      <a:srgbClr val="1E222B"/>
                    </a:solidFill>
                  </a:tcPr>
                </a:tc>
                <a:tc>
                  <a:txBody>
                    <a:bodyPr wrap="square"/>
                    <a:lstStyle/>
                    <a:p>
                      <a:r>
                        <a:rPr sz="900" b="0">
                          <a:solidFill>
                            <a:srgbClr val="D5D5D5"/>
                          </a:solidFill>
                          <a:latin typeface="Calibri"/>
                        </a:rPr>
                        <a:t>Canonical identifier and reference-data strategy (W…</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10896">
                <a:tc>
                  <a:txBody>
                    <a:bodyPr wrap="square"/>
                    <a:lstStyle/>
                    <a:p>
                      <a:r>
                        <a:rPr sz="900" b="1">
                          <a:solidFill>
                            <a:srgbClr val="FFFFFF"/>
                          </a:solidFill>
                          <a:latin typeface="Calibri"/>
                        </a:rPr>
                        <a:t>D4-09</a:t>
                      </a:r>
                    </a:p>
                  </a:txBody>
                  <a:tcPr marL="63500" marR="63500" marT="25400" marB="25400" anchor="ctr">
                    <a:solidFill>
                      <a:srgbClr val="14161C"/>
                    </a:solidFill>
                  </a:tcPr>
                </a:tc>
                <a:tc>
                  <a:txBody>
                    <a:bodyPr wrap="square"/>
                    <a:lstStyle/>
                    <a:p>
                      <a:r>
                        <a:rPr sz="900" b="0">
                          <a:solidFill>
                            <a:srgbClr val="D5D5D5"/>
                          </a:solidFill>
                          <a:latin typeface="Calibri"/>
                        </a:rPr>
                        <a:t>Metadata, response envelope and error-code standards</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10896">
                <a:tc>
                  <a:txBody>
                    <a:bodyPr wrap="square"/>
                    <a:lstStyle/>
                    <a:p>
                      <a:r>
                        <a:rPr sz="900" b="1">
                          <a:solidFill>
                            <a:srgbClr val="FFFFFF"/>
                          </a:solidFill>
                          <a:latin typeface="Calibri"/>
                        </a:rPr>
                        <a:t>D4-10</a:t>
                      </a:r>
                    </a:p>
                  </a:txBody>
                  <a:tcPr marL="63500" marR="63500" marT="25400" marB="25400" anchor="ctr">
                    <a:solidFill>
                      <a:srgbClr val="1E222B"/>
                    </a:solidFill>
                  </a:tcPr>
                </a:tc>
                <a:tc>
                  <a:txBody>
                    <a:bodyPr wrap="square"/>
                    <a:lstStyle/>
                    <a:p>
                      <a:r>
                        <a:rPr sz="900" b="0">
                          <a:solidFill>
                            <a:srgbClr val="D5D5D5"/>
                          </a:solidFill>
                          <a:latin typeface="Calibri"/>
                        </a:rPr>
                        <a:t>Session / conversation / memory / cache state store…</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10896">
                <a:tc>
                  <a:txBody>
                    <a:bodyPr wrap="square"/>
                    <a:lstStyle/>
                    <a:p>
                      <a:r>
                        <a:rPr sz="900" b="1">
                          <a:solidFill>
                            <a:srgbClr val="FFFFFF"/>
                          </a:solidFill>
                          <a:latin typeface="Calibri"/>
                        </a:rPr>
                        <a:t>D4-11</a:t>
                      </a:r>
                    </a:p>
                  </a:txBody>
                  <a:tcPr marL="63500" marR="63500" marT="25400" marB="25400" anchor="ctr">
                    <a:solidFill>
                      <a:srgbClr val="14161C"/>
                    </a:solidFill>
                  </a:tcPr>
                </a:tc>
                <a:tc>
                  <a:txBody>
                    <a:bodyPr wrap="square"/>
                    <a:lstStyle/>
                    <a:p>
                      <a:r>
                        <a:rPr sz="900" b="0">
                          <a:solidFill>
                            <a:srgbClr val="D5D5D5"/>
                          </a:solidFill>
                          <a:latin typeface="Calibri"/>
                        </a:rPr>
                        <a:t>Memory architecture — short/long-term, ranking, sum…</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r h="310896">
                <a:tc>
                  <a:txBody>
                    <a:bodyPr wrap="square"/>
                    <a:lstStyle/>
                    <a:p>
                      <a:r>
                        <a:rPr sz="900" b="1">
                          <a:solidFill>
                            <a:srgbClr val="FFFFFF"/>
                          </a:solidFill>
                          <a:latin typeface="Calibri"/>
                        </a:rPr>
                        <a:t>D4-12</a:t>
                      </a:r>
                    </a:p>
                  </a:txBody>
                  <a:tcPr marL="63500" marR="63500" marT="25400" marB="25400" anchor="ctr">
                    <a:solidFill>
                      <a:srgbClr val="1E222B"/>
                    </a:solidFill>
                  </a:tcPr>
                </a:tc>
                <a:tc>
                  <a:txBody>
                    <a:bodyPr wrap="square"/>
                    <a:lstStyle/>
                    <a:p>
                      <a:r>
                        <a:rPr sz="900" b="0">
                          <a:solidFill>
                            <a:srgbClr val="D5D5D5"/>
                          </a:solidFill>
                          <a:latin typeface="Calibri"/>
                        </a:rPr>
                        <a:t>Cache architecture — namespaces, TTL, invalidation,…</a:t>
                      </a:r>
                    </a:p>
                  </a:txBody>
                  <a:tcPr marL="63500" marR="63500" marT="25400" marB="25400" anchor="ctr">
                    <a:solidFill>
                      <a:srgbClr val="1E222B"/>
                    </a:solidFill>
                  </a:tcPr>
                </a:tc>
                <a:tc>
                  <a:txBody>
                    <a:bodyPr wrap="square"/>
                    <a:lstStyle/>
                    <a:p>
                      <a:r>
                        <a:rPr sz="900" b="0">
                          <a:solidFill>
                            <a:srgbClr val="D5D5D5"/>
                          </a:solidFill>
                          <a:latin typeface="Calibri"/>
                        </a:rPr>
                        <a:t>✓ Acc</a:t>
                      </a:r>
                    </a:p>
                  </a:txBody>
                  <a:tcPr marL="63500" marR="63500" marT="25400" marB="25400" anchor="ctr">
                    <a:solidFill>
                      <a:srgbClr val="1E222B"/>
                    </a:solidFill>
                  </a:tcPr>
                </a:tc>
              </a:tr>
              <a:tr h="310896">
                <a:tc>
                  <a:txBody>
                    <a:bodyPr wrap="square"/>
                    <a:lstStyle/>
                    <a:p>
                      <a:r>
                        <a:rPr sz="900" b="1">
                          <a:solidFill>
                            <a:srgbClr val="FFFFFF"/>
                          </a:solidFill>
                          <a:latin typeface="Calibri"/>
                        </a:rPr>
                        <a:t>D4-13</a:t>
                      </a:r>
                    </a:p>
                  </a:txBody>
                  <a:tcPr marL="63500" marR="63500" marT="25400" marB="25400" anchor="ctr">
                    <a:solidFill>
                      <a:srgbClr val="14161C"/>
                    </a:solidFill>
                  </a:tcPr>
                </a:tc>
                <a:tc>
                  <a:txBody>
                    <a:bodyPr wrap="square"/>
                    <a:lstStyle/>
                    <a:p>
                      <a:r>
                        <a:rPr sz="900" b="0">
                          <a:solidFill>
                            <a:srgbClr val="D5D5D5"/>
                          </a:solidFill>
                          <a:latin typeface="Calibri"/>
                        </a:rPr>
                        <a:t>Cache and memory key scoping for platform-global (n…</a:t>
                      </a:r>
                    </a:p>
                  </a:txBody>
                  <a:tcPr marL="63500" marR="63500" marT="25400" marB="25400" anchor="ctr">
                    <a:solidFill>
                      <a:srgbClr val="14161C"/>
                    </a:solidFill>
                  </a:tcPr>
                </a:tc>
                <a:tc>
                  <a:txBody>
                    <a:bodyPr wrap="square"/>
                    <a:lstStyle/>
                    <a:p>
                      <a:r>
                        <a:rPr sz="900" b="0">
                          <a:solidFill>
                            <a:srgbClr val="D5D5D5"/>
                          </a:solidFill>
                          <a:latin typeface="Calibri"/>
                        </a:rPr>
                        <a:t>✓ Acc</a:t>
                      </a:r>
                    </a:p>
                  </a:txBody>
                  <a:tcPr marL="63500" marR="63500" marT="25400" marB="25400" anchor="ctr">
                    <a:solidFill>
                      <a:srgbClr val="14161C"/>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7" sz="quarter"/>
          </p:nvPr>
        </p:nvSpPr>
        <p:spPr/>
        <p:txBody>
          <a:bodyPr/>
          <a:lstStyle/>
          <a:p/>
        </p:txBody>
      </p:sp>
      <p:sp>
        <p:nvSpPr>
          <p:cNvPr id="3" name="Text Placeholder 2"/>
          <p:cNvSpPr>
            <a:spLocks noGrp="1"/>
          </p:cNvSpPr>
          <p:nvPr>
            <p:ph type="body" idx="13" sz="quarter"/>
          </p:nvPr>
        </p:nvSpPr>
        <p:spPr/>
        <p:txBody>
          <a:bodyPr/>
          <a:lstStyle/>
          <a:p/>
        </p:txBody>
      </p:sp>
      <p:sp>
        <p:nvSpPr>
          <p:cNvPr id="4" name="TextBox 3"/>
          <p:cNvSpPr txBox="1"/>
          <p:nvPr/>
        </p:nvSpPr>
        <p:spPr>
          <a:xfrm>
            <a:off x="822960" y="3840480"/>
            <a:ext cx="10515600" cy="914400"/>
          </a:xfrm>
          <a:prstGeom prst="rect">
            <a:avLst/>
          </a:prstGeom>
          <a:noFill/>
        </p:spPr>
        <p:txBody>
          <a:bodyPr wrap="square" anchor="t" lIns="0" rIns="0" tIns="0" bIns="0">
            <a:spAutoFit/>
          </a:bodyPr>
          <a:lstStyle/>
          <a:p>
            <a:pPr algn="l"/>
            <a:r>
              <a:rPr sz="1800" b="0" i="0">
                <a:solidFill>
                  <a:srgbClr val="D5D5D5"/>
                </a:solidFill>
                <a:latin typeface="Calibri"/>
              </a:rPr>
              <a:t>Four separated states · validated provenanced ERC · bounded batching · authorization-aware cache</a:t>
            </a:r>
          </a:p>
        </p:txBody>
      </p:sp>
    </p:spTree>
  </p:cSld>
  <p:clrMapOvr>
    <a:masterClrMapping/>
  </p:clrMapOvr>
</p:sld>
</file>

<file path=ppt/theme/theme1.xml><?xml version="1.0" encoding="utf-8"?>
<a:theme xmlns:a="http://schemas.openxmlformats.org/drawingml/2006/main" name="Orion Innovation 2026 Q2">
  <a:themeElements>
    <a:clrScheme name="Custom 1">
      <a:dk1>
        <a:srgbClr val="000000"/>
      </a:dk1>
      <a:lt1>
        <a:srgbClr val="FFFFFF"/>
      </a:lt1>
      <a:dk2>
        <a:srgbClr val="0283FF"/>
      </a:dk2>
      <a:lt2>
        <a:srgbClr val="D5D5D5"/>
      </a:lt2>
      <a:accent1>
        <a:srgbClr val="2ACCFF"/>
      </a:accent1>
      <a:accent2>
        <a:srgbClr val="7F19BE"/>
      </a:accent2>
      <a:accent3>
        <a:srgbClr val="FE2579"/>
      </a:accent3>
      <a:accent4>
        <a:srgbClr val="5300DB"/>
      </a:accent4>
      <a:accent5>
        <a:srgbClr val="FED038"/>
      </a:accent5>
      <a:accent6>
        <a:srgbClr val="48E84A"/>
      </a:accent6>
      <a:hlink>
        <a:srgbClr val="0084FF"/>
      </a:hlink>
      <a:folHlink>
        <a:srgbClr val="3EC4E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DCE3E8"/>
        </a:solidFill>
        <a:ln>
          <a:noFill/>
          <a:tailEnd type="none"/>
        </a:ln>
      </a:spPr>
      <a:bodyPr rot="0" spcFirstLastPara="0" vertOverflow="overflow" horzOverflow="overflow" vert="horz" wrap="square" lIns="91440" tIns="91440" rIns="91440" bIns="91440" numCol="1" spcCol="0" rtlCol="0" fromWordArt="0" anchor="b" anchorCtr="0" forceAA="0" compatLnSpc="1">
        <a:prstTxWarp prst="textNoShape">
          <a:avLst/>
        </a:prstTxWarp>
        <a:noAutofit/>
      </a:bodyPr>
      <a:lstStyle>
        <a:defPPr algn="l">
          <a:lnSpc>
            <a:spcPct val="110000"/>
          </a:lnSpc>
          <a:defRPr sz="1000" b="1" dirty="0" smtClean="0">
            <a:solidFill>
              <a:schemeClr val="tx1"/>
            </a:solidFill>
            <a:effectLst/>
          </a:defRPr>
        </a:defPPr>
      </a:lstStyle>
      <a:style>
        <a:lnRef idx="1">
          <a:schemeClr val="accent1"/>
        </a:lnRef>
        <a:fillRef idx="0">
          <a:schemeClr val="accent1"/>
        </a:fillRef>
        <a:effectRef idx="0">
          <a:schemeClr val="accent1"/>
        </a:effectRef>
        <a:fontRef idx="minor">
          <a:schemeClr val="tx1"/>
        </a:fontRef>
      </a:style>
    </a:spDef>
    <a:lnDef>
      <a:spPr>
        <a:ln>
          <a:solidFill>
            <a:schemeClr val="tx2"/>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none" lIns="36000" tIns="36000" rIns="36000" bIns="36000" rtlCol="0">
        <a:spAutoFit/>
      </a:bodyPr>
      <a:lstStyle>
        <a:defPPr marL="183600" indent="-183600" algn="l">
          <a:lnSpc>
            <a:spcPct val="110000"/>
          </a:lnSpc>
          <a:spcBef>
            <a:spcPts val="400"/>
          </a:spcBef>
          <a:spcAft>
            <a:spcPts val="400"/>
          </a:spcAft>
          <a:buClr>
            <a:schemeClr val="bg2"/>
          </a:buClr>
          <a:buFont typeface="Arial" panose="020B0604020202020204" pitchFamily="34" charset="0"/>
          <a:buChar char="•"/>
          <a:defRPr sz="1200" dirty="0"/>
        </a:defPPr>
      </a:lstStyle>
    </a:txDef>
  </a:objectDefaults>
  <a:extraClrSchemeLst/>
  <a:extLst>
    <a:ext uri="{05A4C25C-085E-4340-85A3-A5531E510DB2}">
      <thm15:themeFamily xmlns:thm15="http://schemas.microsoft.com/office/thememl/2012/main" name="Orion Innovation 2025" id="{199926F3-F314-1646-84C3-A3441F686DB8}" vid="{DEFB32A1-EE74-C24D-8093-ED971E64745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15d1f120-0a15-4527-b7f6-5161c5c21597"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2D5FE873E29E64DB56982258F3E0522" ma:contentTypeVersion="12" ma:contentTypeDescription="Create a new document." ma:contentTypeScope="" ma:versionID="e73da9dc670ce61c4b27620f5ceecb8f">
  <xsd:schema xmlns:xsd="http://www.w3.org/2001/XMLSchema" xmlns:xs="http://www.w3.org/2001/XMLSchema" xmlns:p="http://schemas.microsoft.com/office/2006/metadata/properties" xmlns:ns3="15d1f120-0a15-4527-b7f6-5161c5c21597" targetNamespace="http://schemas.microsoft.com/office/2006/metadata/properties" ma:root="true" ma:fieldsID="1fcf99ee2c82c01c26ba439bc53d9385" ns3:_="">
    <xsd:import namespace="15d1f120-0a15-4527-b7f6-5161c5c21597"/>
    <xsd:element name="properties">
      <xsd:complexType>
        <xsd:sequence>
          <xsd:element name="documentManagement">
            <xsd:complexType>
              <xsd:all>
                <xsd:element ref="ns3:MediaServiceDateTaken" minOccurs="0"/>
                <xsd:element ref="ns3:_activity"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MediaServiceBillingMetadata"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5d1f120-0a15-4527-b7f6-5161c5c21597"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_activity" ma:index="9" nillable="true" ma:displayName="_activity" ma:hidden="true" ma:internalName="_activity">
      <xsd:simpleType>
        <xsd:restriction base="dms:Note"/>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Location" ma:index="19"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8830519-BCC5-47D9-B3C0-0E48D727637D}">
  <ds:schemaRefs>
    <ds:schemaRef ds:uri="15d1f120-0a15-4527-b7f6-5161c5c21597"/>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81928388-827E-417D-A9EC-1E4398CC2B14}">
  <ds:schemaRefs>
    <ds:schemaRef ds:uri="http://schemas.microsoft.com/sharepoint/v3/contenttype/forms"/>
  </ds:schemaRefs>
</ds:datastoreItem>
</file>

<file path=customXml/itemProps3.xml><?xml version="1.0" encoding="utf-8"?>
<ds:datastoreItem xmlns:ds="http://schemas.openxmlformats.org/officeDocument/2006/customXml" ds:itemID="{0EE53047-0C68-4513-BD90-36FFCA7892BD}">
  <ds:schemaRefs>
    <ds:schemaRef ds:uri="15d1f120-0a15-4527-b7f6-5161c5c2159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20</Slides>
  <Notes>11</Notes>
  <HiddenSlides>0</HiddenSlide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Orion Innovation 2026 Q2</vt:lpstr>
      <vt:lpstr>PowerPoint Presentation</vt:lpstr>
      <vt:lpstr>Title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Colour Palette as per Orion Guidelines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Colour Palette as per Orion Guidelines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Sankarankutty Menon</dc:creator>
  <cp:revision>4</cp:revision>
  <dcterms:created xsi:type="dcterms:W3CDTF">2026-01-20T15:10:32Z</dcterms:created>
  <dcterms:modified xsi:type="dcterms:W3CDTF">2026-09-08T07:55:53Z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0x01010042D5FE873E29E64DB56982258F3E0522</vt:lpwstr>
  </property>
</Properties>
</file>