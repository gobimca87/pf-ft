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the platform models and moves information: the four separated states, the Enterprise Runtime Context (ERC), canonical identifiers, and the Redis-backed state/memory/cache stores. 13 ADRs.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Enterprise business state is owned entirely by PFF; the AI holds only conversation, session and workflow state.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ERC is the contextual boundary between the enterprise and the AI — validated, versioned, provenanced and freshness-tracked.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Large entity sets (100+ teams/officials) are gathered in controlled batches of ~20 and aggregated; batch size is a tuned parameter, not a blind maximum.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Partial ERC is a first-class, explicit state; event-driven invalidation keeps context fresh.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clean separation of authoritative data and knowledge, with canonical identifiers resolved from the enterprise — never fabricated.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uniform envelope carries status, provenance, freshness and typed error codes — the substrate for factual communication and consistent error handling.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state/session/cache store decision is Accepted: Azure Managed Redis.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Memory is policy-driven: retention, retrieval, ranking, summarization — with explicit protection for authoritative context.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Caching is authorization-aware and freshness-bounded; never serve cached data across incompatible authorization contexts.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13 information-architecture ADRs — state separation, ERC lifecycle, identifiers, envelope, and the Redis-backed stores. None open in this domain.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Information is typed, provenanced, freshness-bounded and authorization-aware end-to-end — ERC is the disciplined enterprise-context boundary.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04 · INFORMATION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Information,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Context &amp;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Four states · ERC · identifiers · state store · memory · cache  —  D4 (13 ADRs)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this deck covers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Four state concepts — kept strictly separate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ERC — schema, identity, versioning, provenance &amp; authority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ERC collection planning &amp; batching (20 per loop)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ERC partial-failure semantics &amp; event refresh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Data &amp; knowledge architecture; canonical identifiers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Metadata response envelope &amp; error codes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Session/conversation state store — Azure Managed Redis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Memory architecture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Cache architecture &amp; platform-global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D4-01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Four state 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Kept strictly separate — never conflated in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4800600" cy="1783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2075688"/>
            <a:ext cx="109728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2075688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3294B"/>
                </a:solidFill>
                <a:latin typeface="Cambria"/>
              </a:rPr>
              <a:t>Conversation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715768"/>
            <a:ext cx="4251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turns, messages, intent — per conversation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1783080"/>
            <a:ext cx="4800600" cy="1783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66560" y="2075688"/>
            <a:ext cx="109728" cy="8229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075688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E75B6"/>
                </a:solidFill>
                <a:latin typeface="Cambria"/>
              </a:rPr>
              <a:t>Session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715768"/>
            <a:ext cx="4251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auth context, correlation, ttl — per session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3886200"/>
            <a:ext cx="4800600" cy="1783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4519" y="4178808"/>
            <a:ext cx="109728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0" y="4178808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3294B"/>
                </a:solidFill>
                <a:latin typeface="Cambria"/>
              </a:rPr>
              <a:t>Workflow / Agent State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818888"/>
            <a:ext cx="4251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graph state, steps, HIL — per workflow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3886200"/>
            <a:ext cx="4800600" cy="1783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4178808"/>
            <a:ext cx="109728" cy="8229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4178808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E75B6"/>
                </a:solidFill>
                <a:latin typeface="Cambria"/>
              </a:rPr>
              <a:t>Enterprise Business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818888"/>
            <a:ext cx="4251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system-of-record truth — owned by PFF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D4-02 / D4-03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ERC — Enterprise Runtime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Schema, identity, versioning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ERC is the validated, typed snapshot of enterprise context for a workflow.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Stable schema with identity &amp; versioning (D4-02).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Pydantic at the boundary; never raw pass-through.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Provenance, freshness, authority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Every ERC value carries provenance &amp; freshness (D4-03).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ERC sits just below Enterprise API/Event in the precedence chain.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 PARTIAL ERC is never presented as COMPLETE.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D4-04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ERC collection &amp; batching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Controlled, bounded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783080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100 teams  ÷  20 per loop  =  5 controlled batches  →  aggregate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2377440"/>
            <a:ext cx="1463040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Batch 1</a:t>
            </a:r>
          </a:p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20 teams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37560" y="2766060"/>
            <a:ext cx="6446520" cy="845820"/>
          </a:xfrm>
          <a:prstGeom prst="line">
            <a:avLst/>
          </a:prstGeom>
          <a:ln w="1397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520439" y="2377440"/>
            <a:ext cx="1463040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Batch 2</a:t>
            </a:r>
          </a:p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20 teams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79" y="2766060"/>
            <a:ext cx="4800601" cy="845820"/>
          </a:xfrm>
          <a:prstGeom prst="line">
            <a:avLst/>
          </a:prstGeom>
          <a:ln w="1397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66359" y="2377440"/>
            <a:ext cx="1463040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Batch 3</a:t>
            </a:r>
          </a:p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20 teams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2766060"/>
            <a:ext cx="3154680" cy="845820"/>
          </a:xfrm>
          <a:prstGeom prst="line">
            <a:avLst/>
          </a:prstGeom>
          <a:ln w="1397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12279" y="2377440"/>
            <a:ext cx="1463040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Batch 4</a:t>
            </a:r>
          </a:p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20 teams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75319" y="2766060"/>
            <a:ext cx="1508761" cy="845820"/>
          </a:xfrm>
          <a:prstGeom prst="line">
            <a:avLst/>
          </a:prstGeom>
          <a:ln w="1397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58200" y="2377440"/>
            <a:ext cx="1463040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Batch 5</a:t>
            </a:r>
          </a:p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20 teams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9784080" y="2766060"/>
            <a:ext cx="137160" cy="845820"/>
          </a:xfrm>
          <a:prstGeom prst="line">
            <a:avLst/>
          </a:prstGeom>
          <a:ln w="1397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784080" y="3246120"/>
            <a:ext cx="1828800" cy="82296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ERC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Aggregator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389120"/>
            <a:ext cx="9921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Batch size is tuned to API limits, context window, memory, latency and token cost — not increased blindly.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Same principle for 100+ officials. Batches parallelise only when enterprise operations are independent.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Intermediate objects released after aggregation to bound memory (deck 08).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D4-05 / D4-06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ERC partial failure &amp; refresh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Partial-failure semantics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If some entities fail, ERC is explicitly PARTIAL — never silently treated as complete.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The workflow decides: retry, degrade, or surface to the user.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PFF Chat AI states clearly what could not be gathered.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Invalidation &amp; event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Enterprise events invalidate stale ERC entries (D4-06).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Refresh is event-driven via Service Bus (deck 02).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Freshness bounds prevent acting on outdated context.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D4-07 / D4-08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Data &amp; knowledge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Data &amp; 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Clear split: authoritative enterprise data vs. RAG knowledge corpus.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Knowledge is grounding only; authority stays with the enterprise.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Canonical identifiers &amp; reference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Canonical IDs (club, team, official, season) resolved consistently.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Reference data is versioned and cache-eligible where safe.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IDs are never invented — resolved from the enterprise.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D4-09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Metadata envelope &amp; error codes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 consistent metadata response envelope wraps enterprise/tool responses: status, provenance, freshness, correlation, and typed error codes.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Error codes map to the PlatformError hierarchy (deck 07) so failures are handled uniformly.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This envelope is what lets PFF Chat AI communicate precise, factual state and next 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D4-10 · ACCEPTED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State store — Azure Managed Redis</a:t>
            </a:r>
          </a:p>
        </p:txBody>
      </p:sp>
      <p:pic>
        <p:nvPicPr>
          <p:cNvPr id="11" name="Picture 10" descr="red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1920240"/>
            <a:ext cx="1097280" cy="1097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977639" y="1783080"/>
            <a:ext cx="7635240" cy="22860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97096" y="1947672"/>
            <a:ext cx="71963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RESOLVED: AZURE MANAGED REDIS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2441448"/>
            <a:ext cx="7196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Holds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7096" y="2688336"/>
            <a:ext cx="71963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conversation &amp; session state, workflow checkpoints, cache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7096" y="3191256"/>
            <a:ext cx="7196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Why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7096" y="3438144"/>
            <a:ext cx="71963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managed, low-latency, Azure-native, TTL &amp; eviction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3941063"/>
            <a:ext cx="7196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4187952"/>
            <a:ext cx="71963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Accepted — supersedes the earlier ADR-0004 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297680"/>
            <a:ext cx="9921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C6B7A"/>
                </a:solidFill>
                <a:latin typeface="Calibri"/>
              </a:rPr>
              <a:t>Memory / session / cache store is resolved — not an open decision. Cost drivers (SKU, memory) in deck 08.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D4-11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Memory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Memory service with policy-driven retention, retrieval and ranking; summarization for long conversations.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Protects important authoritative context from being summarised away.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Storage-technology-agnostic interface (Redis-backed); observable read/write costs (deck 08).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D4-12 / D4-13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Cache architecture &amp;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Cache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TTL, eviction, invalidation, serialization, protection.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Cache only where freshness &amp; authorization allow.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 cache stays only when benefit &gt; operational cost (deck 08).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Authorization-aware &amp; global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Cache keys account for access scope — never cross authorization contexts.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Platform-global entries (reference data, portal metadata) scoped explicitly (D4-13).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Transactional operations are not cached unless provably safe.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DECISION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 index — Information (D4)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13 decisions in this domain  ·  ◆ = Proposed, awaiting ARB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Four-state separation — conversation / sessio…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ERC schema, identity and section-level versio…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ERC provenance, freshness policy and authorit…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ERC collection planning, batching and paginat…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D4-05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ERC partial-failure semantics — mandatory vs 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D4-06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ERC invalidation, patching and event-driven r…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D4-07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Data and knowledge architecture — domains, cl…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Canonical identifier and reference-data strat…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D4-09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Metadata, response envelope and error-code st…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Session / conversation / memory / cache state…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D4-11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Memory architecture — short/long-term, rankin…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D4-12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Cache architecture — namespaces, TTL, invalid…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D4-13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Cache and memory key scoping for platform-glo…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Information architecture —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Four separated states · validated provenanced ERC · bounded batching · authorization-aware cache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