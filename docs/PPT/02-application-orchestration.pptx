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platform is structured and how a request becomes an orchestrated, bounded, observable execution. 21 ADRs in D2.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API → Application → Orchestration → Domain → Infrastructure. Dependencies point downward only; domain code never imports FastAPI, Azure SDK, provider SDKs or DB drivers.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Agents are capabilities, not deployables. Two runtimes — request and event — over one codebase.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Conversation Manager is a responsibility boundary; the Supervisor is the intent router.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LangGraph gives explicit, inspectable orchestration; TypedDict internally, Pydantic at boundaries.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Harness enforces claims, prompt composition, ERC, memory/cache, tools/MCP, RAG, guardrails and reliability limits for every agent step — what makes the Golden Rule enforceable in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Bounded everything: parallelism, retries, timeouts, loops; idempotency keys make retries safe.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Affiliation can wait days for CFA review; state is checkpointed and resumed on an event.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Integration is catalog- and contract-driven, versioned, with explicit endpoint resolution and payload binding — no hidden coupling.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Service Bus carries ERC-refresh, workflow-resume and HIL events with versioned envelopes, idempotent handlers, dead-letter and reconciliation.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No-invented-URLs is a concrete anti-hallucination control: links come only from the registry.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21 application-architecture ADRs — layering, runtime, orchestration, integration and eventing. None open in this domain.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Structure and bounded execution make the Golden Rule enforceable and the system observable and reliable.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02 · APPLICATION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Application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Layering · runtime · Supervisor · LangGraph · Agent Harness · integration · eventing  —  D2 (21 ADRs)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Layered architecture &amp; the dependency rule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One runtime; agents as logical capabilities; dual runtime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Conversation Manager &amp; Supervisor intent routing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LangGraph orchestration &amp; graph state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Agent Harness — the single execution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Execution model, bounded parallelism &amp; reliability limits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Long-running workflows &amp; HIL resume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Enterprise integration pattern, contracts &amp; binding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Asynchronous eventing — Azure Service Bus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Portal-link registry — no invented URLs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Layered architecture &amp; dependency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Enforced, not conventional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17830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39" y="1874519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1911095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FastAPI — thin boundary: validate → build context → invoke → return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6974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74519" y="26974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39" y="27889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28254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use-case orchestration — services, commands, queries, DTOs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6118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4519" y="36118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39" y="37033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37398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Supervisor · LangGraph · Agent Harness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45262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74519" y="45262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39" y="46177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Domain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79" y="46542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entities, value objects, state enums — no framework deps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406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74519" y="54406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39" y="55321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79" y="55686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HTTP client, Azure SDK, providers, DB drivers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1783080"/>
            <a:ext cx="1554480" cy="4407408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Dependency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rule: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downward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D2-02 / D2-03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One runtime · logical agents · dual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Single 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One LangGraph process hosts all agents as logical capabilities.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No microservice-per-agent unless a justified scaling reason exists.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Shared harness, config, observability, guardrails.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Dual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Request-driven: synchronous chat/workflow path.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Event-driven: Service Bus consumers for refresh, resume, HIL.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Both share the same domain and integration layers.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D2-04 / D2-05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Conversation Manager &amp; Supervisor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Conversation</a:t>
            </a:r>
          </a:p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turns ·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4266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706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Supervisor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706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intent → candidates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76522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54012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5452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LangGraph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route to agent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16268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493758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5198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198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AffiliationAgent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56014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19" y="3931920"/>
            <a:ext cx="99212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Conversation Manager owns conversation/session boundaries — not business logic.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Supervisor classifies intent and selects candidate agents; routing is bounded to avoid loops.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Deterministic routing where possible; model-decided only where justified (deck 03).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D2-06 / D2-07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LangGraph orchestration &amp;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LangGraph is the workflow orchestration engine.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Nodes = steps; edges = transitions; parallel branches &amp; aggregation.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Bounded steps, iterations, tool/model calls (deck 08 budgets).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State typing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Graph internal state = TypedDict.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Every boundary (API/tool/config/event/ERC/SLM) = Pydantic.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Four state concepts kept strictly separate.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Agent Harness — single execution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Nothing bypasses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9921240" cy="3063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874519"/>
            <a:ext cx="9464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AGENT HARNESS — the single execution boundary for every agent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Validated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Prompt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(composed)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ERC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Memory /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cache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Tools /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Guardrails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Retry · timeout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loop-limits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429000"/>
            <a:ext cx="946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C6B7A"/>
                </a:solidFill>
                <a:latin typeface="Calibri"/>
              </a:rPr>
              <a:t>One place enforces claims, prompt composition, context, tool allow-listing, guardrails and all reliability limits — agents cannot bypass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7400" y="4114800"/>
            <a:ext cx="2377440" cy="5029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SLM (HF → vLLM)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114800"/>
            <a:ext cx="4572000" cy="50292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Enterprise APIs / Events (system of record)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4114800"/>
            <a:ext cx="2240280" cy="50292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Validated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D2-08 / D2-11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Execution model &amp; reliability limits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7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Bounded</a:t>
            </a:r>
          </a:p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parallelism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7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independent branches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8838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8838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1446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Idempotency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446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safe retries, no double-execute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3156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63156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5764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Timeouts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5764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per dependency &amp; workflow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7474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7474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0082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Loop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0082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max steps / iterations / calls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023360"/>
            <a:ext cx="992124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Parallelise only with no data/ordering/transaction dependency and within rate limits.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Retry budgets are part of capacity planning — retry amplification is designed out (deck 08).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Long-running workflows &amp; HIL 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Workflows can suspend at a human-in-the-loop point (user confirm, CFA review, payment) and resume later on an event.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Workflow/agent state is checkpointed with optimistic concurrency (id + version + expected_version).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resume event re-hydrates state and continues from the exact step — no re-execution of completed side-effects.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PFF Chat AI communicates who/what the workflow is waiting for throughout the pending 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D2-13/14/15/20/21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Enterprise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Pattern &amp;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Catalog-driven enterprise API clients; typed contracts.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Integration matrix defines allowed couplings — no ad-hoc calls.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Contract &amp; envelope versioning; backward-compatible evolution.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Resolution &amp; binding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Endpoint &amp; environment resolution per stage (D2-20).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Request payload parameters sourced &amp; bound explicitly (D2-21).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Shared HTTP client: pooling, timeout, retry, tracing.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D2-16 / D2-17 / D2-18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Asynchronous eventing — Service Bus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Producer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workflow / enterprise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6316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7756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Service Bus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7756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queue / topic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68572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38113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9553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Consumer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9553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bounded concurrency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00369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969910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350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Handler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350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erc-refresh · hil · resume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32166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01707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3147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Reconcile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3147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idempotent · dedup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63963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74519" y="384048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Versioned event envelope (D2-17); at-least-once delivery with idempotent handlers (D2-18).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Reconciliation resolves uncertain transaction outcomes — never a silent guess. Dead-letter for the rest.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Consumer scaling respects enterprise-API and SLM limits (deck 05/07).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Portal links — no invented URLs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Every portal link is resolved through a registered portal-link mechanism — PFF Chat AI never invents a URL.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Links are registry-driven, validated, scoped and (where needed) signed/expiring.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Deck 03/06 cover the same principle for IDs, tool results and technical details.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Application (D2)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21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Layered architecture with a mechanically enfo…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Single AI runtime with agents as logical capa…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Dual runtime model — request-driven and event…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Conversation Manager responsibility boundary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Supervisor intent routing, confidence thresho…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Workflow orchestration engine — LangGraph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Graph state representation — TypedDict intern…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Sequential, parallel and hybrid execution wit…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Agent Harness as the single controlled execut…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Long-running workflow durability and human-in…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Workflow idempotency, retry, timeout and loop…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as the enterprise context boundary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integration pattern — API catalogu…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integration matrix, service owners…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API contract, versioning and compa…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Asynchronous eventing platform — Azure Servic…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Event envelope, schema registry and event con…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Message reliability — deduplication, idempote…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Portal link registry and the no-invented-URL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D2-20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API endpoint declaration and per-e…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D2-21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Request payload parameter sourcing and binding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Application architecture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Strict layering · one bounded runtime · a harness nothing bypasses · versioned integration &amp; events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